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38"/>
  </p:handoutMasterIdLst>
  <p:sldIdLst>
    <p:sldId id="2528" r:id="rId4"/>
    <p:sldId id="2593" r:id="rId6"/>
    <p:sldId id="2563" r:id="rId7"/>
    <p:sldId id="2564" r:id="rId8"/>
    <p:sldId id="2560" r:id="rId9"/>
    <p:sldId id="2594" r:id="rId10"/>
    <p:sldId id="2561" r:id="rId11"/>
    <p:sldId id="2558" r:id="rId12"/>
    <p:sldId id="2595" r:id="rId13"/>
    <p:sldId id="2534" r:id="rId14"/>
    <p:sldId id="2532" r:id="rId15"/>
    <p:sldId id="2536" r:id="rId16"/>
    <p:sldId id="2559" r:id="rId17"/>
    <p:sldId id="2544" r:id="rId18"/>
    <p:sldId id="2545" r:id="rId19"/>
    <p:sldId id="2546" r:id="rId20"/>
    <p:sldId id="2549" r:id="rId21"/>
    <p:sldId id="2548" r:id="rId22"/>
    <p:sldId id="2567" r:id="rId23"/>
    <p:sldId id="2540" r:id="rId24"/>
    <p:sldId id="2541" r:id="rId25"/>
    <p:sldId id="2542" r:id="rId26"/>
    <p:sldId id="2531" r:id="rId27"/>
    <p:sldId id="2543" r:id="rId28"/>
    <p:sldId id="2551" r:id="rId29"/>
    <p:sldId id="2566" r:id="rId30"/>
    <p:sldId id="2535" r:id="rId31"/>
    <p:sldId id="2537" r:id="rId32"/>
    <p:sldId id="2538" r:id="rId33"/>
    <p:sldId id="2552" r:id="rId34"/>
    <p:sldId id="2553" r:id="rId35"/>
    <p:sldId id="2568" r:id="rId36"/>
    <p:sldId id="2569" r:id="rId37"/>
  </p:sldIdLst>
  <p:sldSz cx="12858750" cy="72326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FFFFFF"/>
    <a:srgbClr val="003366"/>
    <a:srgbClr val="2DDE45"/>
    <a:srgbClr val="66CCFF"/>
    <a:srgbClr val="125B26"/>
    <a:srgbClr val="27B23C"/>
    <a:srgbClr val="134B28"/>
    <a:srgbClr val="63BC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93" autoAdjust="0"/>
    <p:restoredTop sz="95317" autoAdjust="0"/>
  </p:normalViewPr>
  <p:slideViewPr>
    <p:cSldViewPr>
      <p:cViewPr>
        <p:scale>
          <a:sx n="33" d="100"/>
          <a:sy n="33" d="100"/>
        </p:scale>
        <p:origin x="-990" y="-1158"/>
      </p:cViewPr>
      <p:guideLst>
        <p:guide orient="horz" pos="328"/>
        <p:guide orient="horz" pos="4186"/>
        <p:guide pos="4066"/>
        <p:guide pos="52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en-US" altLang="zh-CN" b="1" dirty="0"/>
              <a:t>[</a:t>
            </a:r>
            <a:r>
              <a:rPr lang="zh-CN" altLang="en-US" b="1" dirty="0"/>
              <a:t>行为</a:t>
            </a:r>
            <a:r>
              <a:rPr lang="en-US" altLang="zh-CN" b="1" dirty="0"/>
              <a:t>]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lvl="0"/>
            <a:r>
              <a:rPr lang="en-US" altLang="zh-CN" b="1" dirty="0"/>
              <a:t>1</a:t>
            </a:r>
            <a:r>
              <a:rPr lang="zh-CN" altLang="en-US" b="1" dirty="0"/>
              <a:t>、能够抵御各种诱惑。</a:t>
            </a:r>
            <a:r>
              <a:rPr lang="zh-CN" altLang="en-US" dirty="0"/>
              <a:t>面对坏风气，不违反道德。面对人情世故，不丧失原则。</a:t>
            </a:r>
            <a:endParaRPr lang="zh-CN" altLang="en-US" b="1" dirty="0"/>
          </a:p>
          <a:p>
            <a:pPr lvl="0"/>
            <a:r>
              <a:rPr lang="en-US" altLang="zh-CN" b="1" dirty="0"/>
              <a:t>2</a:t>
            </a:r>
            <a:r>
              <a:rPr lang="zh-CN" altLang="en-US" b="1" dirty="0"/>
              <a:t>、慎独。</a:t>
            </a:r>
            <a:r>
              <a:rPr lang="zh-CN" altLang="en-US" dirty="0"/>
              <a:t>表里如一，无论是否有人监督，都自觉遵守各种道德规范、法律法规以及公司各项行为规范、规章制度等。</a:t>
            </a:r>
            <a:endParaRPr lang="zh-CN" altLang="en-US" b="1" dirty="0"/>
          </a:p>
          <a:p>
            <a:pPr lvl="0"/>
            <a:r>
              <a:rPr lang="en-US" altLang="zh-CN" b="1" dirty="0"/>
              <a:t>3</a:t>
            </a:r>
            <a:r>
              <a:rPr lang="zh-CN" altLang="en-US" b="1" dirty="0"/>
              <a:t>、不搞自由主义。</a:t>
            </a:r>
            <a:r>
              <a:rPr lang="zh-CN" altLang="en-US" dirty="0"/>
              <a:t>克服人性弱点，克服个性弱点（例如命令不服从，个人意见第一。不搞特殊化，只要组织照顾，不要组织纪律）。</a:t>
            </a:r>
            <a:endParaRPr lang="zh-CN" altLang="en-US" b="1" dirty="0"/>
          </a:p>
          <a:p>
            <a:pPr lvl="0"/>
            <a:r>
              <a:rPr lang="en-US" altLang="zh-CN" b="1" dirty="0"/>
              <a:t>4</a:t>
            </a:r>
            <a:r>
              <a:rPr lang="zh-CN" altLang="en-US" b="1" dirty="0"/>
              <a:t>、不反复无常。</a:t>
            </a:r>
            <a:r>
              <a:rPr lang="zh-CN" altLang="en-US" dirty="0"/>
              <a:t>始终如一的保持良好修养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4213" y="1141413"/>
            <a:ext cx="5486400" cy="3086100"/>
          </a:xfrm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备注占位符 2"/>
          <p:cNvSpPr>
            <a:spLocks noGrp="1" noChangeArrowheads="1"/>
          </p:cNvSpPr>
          <p:nvPr>
            <p:ph type="body" idx="1"/>
          </p:nvPr>
        </p:nvSpPr>
        <p:spPr>
          <a:xfrm>
            <a:off x="684213" y="4398963"/>
            <a:ext cx="5486400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7892" name="灯片编号占位符 3"/>
          <p:cNvSpPr txBox="1">
            <a:spLocks noGrp="1" noChangeArrowheads="1"/>
          </p:cNvSpPr>
          <p:nvPr/>
        </p:nvSpPr>
        <p:spPr bwMode="auto">
          <a:xfrm>
            <a:off x="3883025" y="8683625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latinLnBrk="1" hangingPunct="1">
              <a:spcBef>
                <a:spcPct val="0"/>
              </a:spcBef>
            </a:pPr>
            <a:fld id="{F072CDB6-E1FA-46ED-B4B9-DDF96359B0CB}" type="slidenum"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1D939-3E60-4063-B05E-56844F97CE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4213" y="1141413"/>
            <a:ext cx="5486400" cy="3086100"/>
          </a:xfrm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 noChangeArrowheads="1"/>
          </p:cNvSpPr>
          <p:nvPr>
            <p:ph type="body" idx="1"/>
          </p:nvPr>
        </p:nvSpPr>
        <p:spPr>
          <a:xfrm>
            <a:off x="684213" y="4398963"/>
            <a:ext cx="5486400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33796" name="灯片编号占位符 3"/>
          <p:cNvSpPr txBox="1">
            <a:spLocks noGrp="1" noChangeArrowheads="1"/>
          </p:cNvSpPr>
          <p:nvPr/>
        </p:nvSpPr>
        <p:spPr bwMode="auto">
          <a:xfrm>
            <a:off x="3883025" y="8683625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latinLnBrk="1" hangingPunct="1">
              <a:spcBef>
                <a:spcPct val="0"/>
              </a:spcBef>
            </a:pPr>
            <a:fld id="{D8A88CB0-5585-4DC3-AF7B-F8B607B001A8}" type="slidenum"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6050" y="514350"/>
            <a:ext cx="4573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4406" y="2246810"/>
            <a:ext cx="10929938" cy="155033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8813" y="4098502"/>
            <a:ext cx="9001125" cy="18483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2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6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4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18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2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8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04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80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212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61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0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42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182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232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8" y="1687619"/>
            <a:ext cx="5679281" cy="4773215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687619"/>
            <a:ext cx="5679281" cy="4773215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8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6160" indent="0">
              <a:buNone/>
              <a:defRPr sz="2000" b="1"/>
            </a:lvl5pPr>
            <a:lvl6pPr marL="2870200" indent="0">
              <a:buNone/>
              <a:defRPr sz="2000" b="1"/>
            </a:lvl6pPr>
            <a:lvl7pPr marL="3444240" indent="0">
              <a:buNone/>
              <a:defRPr sz="2000" b="1"/>
            </a:lvl7pPr>
            <a:lvl8pPr marL="4018280" indent="0">
              <a:buNone/>
              <a:defRPr sz="2000" b="1"/>
            </a:lvl8pPr>
            <a:lvl9pPr marL="4592320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8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0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5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6160" indent="0">
              <a:buNone/>
              <a:defRPr sz="2500"/>
            </a:lvl5pPr>
            <a:lvl6pPr marL="2870200" indent="0">
              <a:buNone/>
              <a:defRPr sz="2500"/>
            </a:lvl6pPr>
            <a:lvl7pPr marL="3444240" indent="0">
              <a:buNone/>
              <a:defRPr sz="2500"/>
            </a:lvl7pPr>
            <a:lvl8pPr marL="4018280" indent="0">
              <a:buNone/>
              <a:defRPr sz="2500"/>
            </a:lvl8pPr>
            <a:lvl9pPr marL="4592320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4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6160" indent="0">
              <a:buNone/>
              <a:defRPr sz="1100"/>
            </a:lvl5pPr>
            <a:lvl6pPr marL="2870200" indent="0">
              <a:buNone/>
              <a:defRPr sz="1100"/>
            </a:lvl6pPr>
            <a:lvl7pPr marL="3444240" indent="0">
              <a:buNone/>
              <a:defRPr sz="1100"/>
            </a:lvl7pPr>
            <a:lvl8pPr marL="4018280" indent="0">
              <a:buNone/>
              <a:defRPr sz="1100"/>
            </a:lvl8pPr>
            <a:lvl9pPr marL="459232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4" y="289642"/>
            <a:ext cx="2893219" cy="617119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289642"/>
            <a:ext cx="8465344" cy="617119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2938" y="289641"/>
            <a:ext cx="11572875" cy="1205442"/>
          </a:xfrm>
          <a:prstGeom prst="rect">
            <a:avLst/>
          </a:prstGeom>
        </p:spPr>
        <p:txBody>
          <a:bodyPr vert="horz" lIns="114803" tIns="57401" rIns="114803" bIns="57401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87619"/>
            <a:ext cx="11572875" cy="4773215"/>
          </a:xfrm>
          <a:prstGeom prst="rect">
            <a:avLst/>
          </a:prstGeom>
        </p:spPr>
        <p:txBody>
          <a:bodyPr vert="horz" lIns="114803" tIns="57401" rIns="114803" bIns="57401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2938" y="6703595"/>
            <a:ext cx="3000375" cy="385072"/>
          </a:xfrm>
          <a:prstGeom prst="rect">
            <a:avLst/>
          </a:prstGeom>
        </p:spPr>
        <p:txBody>
          <a:bodyPr vert="horz" lIns="114803" tIns="57401" rIns="114803" bIns="57401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93406" y="6703595"/>
            <a:ext cx="4071938" cy="385072"/>
          </a:xfrm>
          <a:prstGeom prst="rect">
            <a:avLst/>
          </a:prstGeom>
        </p:spPr>
        <p:txBody>
          <a:bodyPr vert="horz" lIns="114803" tIns="57401" rIns="114803" bIns="57401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15438" y="6703595"/>
            <a:ext cx="3000375" cy="385072"/>
          </a:xfrm>
          <a:prstGeom prst="rect">
            <a:avLst/>
          </a:prstGeom>
        </p:spPr>
        <p:txBody>
          <a:bodyPr vert="horz" lIns="114803" tIns="57401" rIns="114803" bIns="57401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xStyles>
    <p:titleStyle>
      <a:lvl1pPr algn="ctr" defTabSz="1147445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0530" indent="-430530" algn="l" defTabSz="1147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defTabSz="1147445" rtl="0" eaLnBrk="1" latinLnBrk="0" hangingPunct="1">
        <a:spcBef>
          <a:spcPct val="20000"/>
        </a:spcBef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510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0914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318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5722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126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0530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79340" indent="-287020" algn="l" defTabSz="1147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616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020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424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828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2320" algn="l" defTabSz="114744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image" Target="../media/image2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4.xml"/><Relationship Id="rId12" Type="http://schemas.openxmlformats.org/officeDocument/2006/relationships/image" Target="../media/image2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hyperlink" Target="http://www.1ppt.com/word/" TargetMode="External"/><Relationship Id="rId8" Type="http://schemas.openxmlformats.org/officeDocument/2006/relationships/hyperlink" Target="http://www.1ppt.com/powerpoint/" TargetMode="External"/><Relationship Id="rId7" Type="http://schemas.openxmlformats.org/officeDocument/2006/relationships/hyperlink" Target="http://www.1ppt.com/xiazai/" TargetMode="External"/><Relationship Id="rId6" Type="http://schemas.openxmlformats.org/officeDocument/2006/relationships/hyperlink" Target="http://www.1ppt.com/tubiao/" TargetMode="External"/><Relationship Id="rId5" Type="http://schemas.openxmlformats.org/officeDocument/2006/relationships/hyperlink" Target="http://www.1ppt.com/beijing/" TargetMode="External"/><Relationship Id="rId4" Type="http://schemas.openxmlformats.org/officeDocument/2006/relationships/hyperlink" Target="http://www.1ppt.com/sucai/" TargetMode="External"/><Relationship Id="rId3" Type="http://schemas.openxmlformats.org/officeDocument/2006/relationships/hyperlink" Target="http://www.1ppt.com/jieri/" TargetMode="External"/><Relationship Id="rId20" Type="http://schemas.openxmlformats.org/officeDocument/2006/relationships/slideLayout" Target="../slideLayouts/slideLayout4.xml"/><Relationship Id="rId2" Type="http://schemas.openxmlformats.org/officeDocument/2006/relationships/hyperlink" Target="http://www.1ppt.com/hangye/" TargetMode="External"/><Relationship Id="rId19" Type="http://schemas.openxmlformats.org/officeDocument/2006/relationships/image" Target="../media/image11.png"/><Relationship Id="rId18" Type="http://schemas.openxmlformats.org/officeDocument/2006/relationships/image" Target="../media/image10.png"/><Relationship Id="rId17" Type="http://schemas.openxmlformats.org/officeDocument/2006/relationships/image" Target="../media/image9.png"/><Relationship Id="rId16" Type="http://schemas.openxmlformats.org/officeDocument/2006/relationships/hyperlink" Target="http://www.1ppt.cn/" TargetMode="External"/><Relationship Id="rId15" Type="http://schemas.openxmlformats.org/officeDocument/2006/relationships/hyperlink" Target="http://www.1ppt.com/jiaoan/" TargetMode="External"/><Relationship Id="rId14" Type="http://schemas.openxmlformats.org/officeDocument/2006/relationships/hyperlink" Target="http://www.1ppt.com/shiti/" TargetMode="External"/><Relationship Id="rId13" Type="http://schemas.openxmlformats.org/officeDocument/2006/relationships/hyperlink" Target="http://www.1ppt.com/fanwen/" TargetMode="External"/><Relationship Id="rId12" Type="http://schemas.openxmlformats.org/officeDocument/2006/relationships/hyperlink" Target="http://www.1ppt.com/kejian/" TargetMode="External"/><Relationship Id="rId11" Type="http://schemas.openxmlformats.org/officeDocument/2006/relationships/hyperlink" Target="http://www.1ppt.com/ziliao/" TargetMode="External"/><Relationship Id="rId10" Type="http://schemas.openxmlformats.org/officeDocument/2006/relationships/hyperlink" Target="http://www.1ppt.com/excel/" TargetMode="External"/><Relationship Id="rId1" Type="http://schemas.openxmlformats.org/officeDocument/2006/relationships/hyperlink" Target="http://www.1ppt.com/mob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858395" cy="5809509"/>
          </a:xfrm>
          <a:prstGeom prst="rect">
            <a:avLst/>
          </a:prstGeom>
          <a:blipFill dpi="0" rotWithShape="1">
            <a:blip r:embed="rId1" cstate="email">
              <a:grayscl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20000" contrast="4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635" y="-635"/>
            <a:ext cx="12858750" cy="580950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635" y="3328293"/>
            <a:ext cx="12858750" cy="2481216"/>
          </a:xfrm>
          <a:prstGeom prst="rect">
            <a:avLst/>
          </a:prstGeom>
          <a:solidFill>
            <a:schemeClr val="accent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4125119" y="3960716"/>
            <a:ext cx="6419850" cy="73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4800" b="1" cap="all" dirty="0" smtClean="0">
                <a:solidFill>
                  <a:schemeClr val="bg1"/>
                </a:solidFill>
                <a:cs typeface="Arial" panose="020B0604020202020204" pitchFamily="34" charset="0"/>
              </a:rPr>
              <a:t>年工作成果回顾与展示</a:t>
            </a:r>
            <a:endParaRPr lang="en-US" altLang="zh-CN" sz="4800" b="1" cap="all" dirty="0" smtClean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1028775" y="3725343"/>
            <a:ext cx="3124936" cy="147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9600" b="1" cap="all" dirty="0" smtClean="0">
                <a:solidFill>
                  <a:schemeClr val="bg1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2017</a:t>
            </a:r>
            <a:endParaRPr lang="zh-CN" altLang="en-US" sz="9600" b="1" cap="all" dirty="0">
              <a:solidFill>
                <a:schemeClr val="bg1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259"/>
          <p:cNvSpPr>
            <a:spLocks noChangeArrowheads="1"/>
          </p:cNvSpPr>
          <p:nvPr/>
        </p:nvSpPr>
        <p:spPr bwMode="auto">
          <a:xfrm>
            <a:off x="3964305" y="4883150"/>
            <a:ext cx="658050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dirty="0">
                <a:solidFill>
                  <a:schemeClr val="bg1"/>
                </a:solidFill>
                <a:cs typeface="Arial" panose="020B0604020202020204" pitchFamily="34" charset="0"/>
              </a:rPr>
              <a:t>汇报人：梁建斌</a:t>
            </a:r>
            <a:endParaRPr lang="zh-CN" altLang="en-US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5" y="6088380"/>
            <a:ext cx="2404110" cy="1115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/>
    </mc:Choice>
    <mc:Fallback>
      <p:transition spd="slow" advTm="1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Rectangle 3"/>
          <p:cNvSpPr/>
          <p:nvPr/>
        </p:nvSpPr>
        <p:spPr>
          <a:xfrm>
            <a:off x="1624965" y="2054225"/>
            <a:ext cx="8469630" cy="5001895"/>
          </a:xfrm>
          <a:prstGeom prst="rect">
            <a:avLst/>
          </a:prstGeom>
          <a:solidFill>
            <a:schemeClr val="bg1"/>
          </a:solidFill>
          <a:ln w="28575" cap="flat" cmpd="sng">
            <a:noFill/>
            <a:prstDash val="lgDashDot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p>
            <a:pPr lvl="0" eaLnBrk="1" hangingPunct="1">
              <a:lnSpc>
                <a:spcPct val="190000"/>
              </a:lnSpc>
            </a:pPr>
            <a:r>
              <a:rPr lang="zh-CN" altLang="en-US" sz="2400" b="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姓名：梁建斌                          籍贯：广东肇庆</a:t>
            </a: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90000"/>
              </a:lnSpc>
            </a:pPr>
            <a:r>
              <a:rPr lang="zh-CN" altLang="en-US" sz="2400" b="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学历：本科                             出生年月：</a:t>
            </a:r>
            <a:r>
              <a:rPr lang="en-US" altLang="zh-CN" sz="2400" b="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199408</a:t>
            </a: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90000"/>
              </a:lnSpc>
            </a:pPr>
            <a:r>
              <a:rPr lang="zh-CN" altLang="en-US" sz="2400" b="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专业：物联网工程                   </a:t>
            </a:r>
            <a:r>
              <a:rPr lang="zh-CN" altLang="en-US" sz="240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毕业院校：广东工业大学</a:t>
            </a: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90000"/>
              </a:lnSpc>
            </a:pPr>
            <a:r>
              <a:rPr lang="zh-CN" altLang="en-US" sz="2400" b="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直接上级：徐科                      职务：客服业务研发部负责人</a:t>
            </a: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90000"/>
              </a:lnSpc>
            </a:pPr>
            <a:r>
              <a:rPr lang="zh-CN" altLang="en-US" sz="2400" b="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岗位导师：王江流                   岗位：后端开发工程师</a:t>
            </a: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90000"/>
              </a:lnSpc>
            </a:pP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90000"/>
              </a:lnSpc>
            </a:pPr>
            <a:endParaRPr lang="zh-CN" altLang="en-US" sz="2400" b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364" name="直接连接符 18"/>
          <p:cNvCxnSpPr/>
          <p:nvPr/>
        </p:nvCxnSpPr>
        <p:spPr>
          <a:xfrm>
            <a:off x="1115096" y="2098199"/>
            <a:ext cx="0" cy="4755233"/>
          </a:xfrm>
          <a:prstGeom prst="line">
            <a:avLst/>
          </a:prstGeom>
          <a:ln w="15875" cap="flat" cmpd="sng">
            <a:solidFill>
              <a:srgbClr val="0066FF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432190" y="2553469"/>
            <a:ext cx="682905" cy="400370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sx="102000" sy="102000" algn="ctr" rotWithShape="0">
              <a:schemeClr val="bg1">
                <a:alpha val="39999"/>
              </a:scheme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TextBox 24"/>
          <p:cNvSpPr txBox="1"/>
          <p:nvPr/>
        </p:nvSpPr>
        <p:spPr>
          <a:xfrm>
            <a:off x="543823" y="3236535"/>
            <a:ext cx="571500" cy="3243802"/>
          </a:xfrm>
          <a:prstGeom prst="rect">
            <a:avLst/>
          </a:prstGeom>
          <a:noFill/>
          <a:ln w="9525">
            <a:noFill/>
          </a:ln>
        </p:spPr>
        <p:txBody>
          <a:bodyPr vert="eaVert" anchor="ctr">
            <a:spAutoFit/>
          </a:bodyPr>
          <a:p>
            <a:pPr lvl="0" algn="ctr" eaLnBrk="1" hangingPunct="1"/>
            <a:r>
              <a:rPr lang="zh-CN" altLang="en-US" sz="252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共享新人，初来乍到</a:t>
            </a:r>
            <a:endParaRPr lang="zh-CN" altLang="en-US" sz="25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507512" y="2705784"/>
            <a:ext cx="530592" cy="530592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375" b="1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Broadway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en-US" altLang="zh-CN" sz="3375" b="1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Broadway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4625" y="6088380"/>
            <a:ext cx="2404110" cy="11150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24965" y="858520"/>
            <a:ext cx="4522470" cy="76835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4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基本情况</a:t>
            </a:r>
            <a:endParaRPr lang="zh-CN" altLang="en-US" sz="44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MH_Others_1"/>
          <p:cNvCxnSpPr/>
          <p:nvPr>
            <p:custDataLst>
              <p:tags r:id="rId1"/>
            </p:custDataLst>
          </p:nvPr>
        </p:nvCxnSpPr>
        <p:spPr>
          <a:xfrm>
            <a:off x="6429375" y="1071086"/>
            <a:ext cx="0" cy="616156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s_2"/>
          <p:cNvSpPr/>
          <p:nvPr>
            <p:custDataLst>
              <p:tags r:id="rId2"/>
            </p:custDataLst>
          </p:nvPr>
        </p:nvSpPr>
        <p:spPr>
          <a:xfrm flipH="1">
            <a:off x="4264146" y="1071086"/>
            <a:ext cx="4331728" cy="895632"/>
          </a:xfrm>
          <a:prstGeom prst="homePlat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422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 录</a:t>
            </a:r>
            <a:endParaRPr lang="zh-CN" altLang="en-US" sz="422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MH_Others_3"/>
          <p:cNvSpPr/>
          <p:nvPr>
            <p:custDataLst>
              <p:tags r:id="rId3"/>
            </p:custDataLst>
          </p:nvPr>
        </p:nvSpPr>
        <p:spPr>
          <a:xfrm>
            <a:off x="6302134" y="7014138"/>
            <a:ext cx="254482" cy="21937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1"/>
          <p:cNvSpPr/>
          <p:nvPr>
            <p:custDataLst>
              <p:tags r:id="rId4"/>
            </p:custDataLst>
          </p:nvPr>
        </p:nvSpPr>
        <p:spPr>
          <a:xfrm>
            <a:off x="6454715" y="2679368"/>
            <a:ext cx="732028" cy="4689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 flipH="1">
            <a:off x="5722793" y="3525307"/>
            <a:ext cx="732028" cy="4689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MH_Number_3"/>
          <p:cNvSpPr/>
          <p:nvPr>
            <p:custDataLst>
              <p:tags r:id="rId6"/>
            </p:custDataLst>
          </p:nvPr>
        </p:nvSpPr>
        <p:spPr>
          <a:xfrm>
            <a:off x="6445190" y="4430936"/>
            <a:ext cx="732028" cy="46897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Number_4"/>
          <p:cNvSpPr/>
          <p:nvPr>
            <p:custDataLst>
              <p:tags r:id="rId7"/>
            </p:custDataLst>
          </p:nvPr>
        </p:nvSpPr>
        <p:spPr>
          <a:xfrm flipH="1">
            <a:off x="5722793" y="5336564"/>
            <a:ext cx="732028" cy="46897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8"/>
            </p:custDataLst>
          </p:nvPr>
        </p:nvSpPr>
        <p:spPr>
          <a:xfrm>
            <a:off x="7509495" y="2729247"/>
            <a:ext cx="2466542" cy="36893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试用期工作概述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9"/>
            </p:custDataLst>
          </p:nvPr>
        </p:nvSpPr>
        <p:spPr>
          <a:xfrm>
            <a:off x="2914894" y="3598763"/>
            <a:ext cx="2466542" cy="36893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10"/>
            </p:custDataLst>
          </p:nvPr>
        </p:nvSpPr>
        <p:spPr>
          <a:xfrm>
            <a:off x="7509495" y="4468279"/>
            <a:ext cx="2466542" cy="36893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学习与心得体会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11"/>
            </p:custDataLst>
          </p:nvPr>
        </p:nvSpPr>
        <p:spPr>
          <a:xfrm>
            <a:off x="2914894" y="5253023"/>
            <a:ext cx="2466542" cy="53848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4625" y="6088380"/>
            <a:ext cx="2404110" cy="111506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ransition spd="slow" advTm="1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MH_Others_1"/>
          <p:cNvCxnSpPr/>
          <p:nvPr>
            <p:custDataLst>
              <p:tags r:id="rId1"/>
            </p:custDataLst>
          </p:nvPr>
        </p:nvCxnSpPr>
        <p:spPr>
          <a:xfrm>
            <a:off x="6429375" y="1071086"/>
            <a:ext cx="0" cy="616156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s_2"/>
          <p:cNvSpPr/>
          <p:nvPr>
            <p:custDataLst>
              <p:tags r:id="rId2"/>
            </p:custDataLst>
          </p:nvPr>
        </p:nvSpPr>
        <p:spPr>
          <a:xfrm flipH="1">
            <a:off x="4263511" y="1071086"/>
            <a:ext cx="4331728" cy="895632"/>
          </a:xfrm>
          <a:prstGeom prst="homePlat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4220" b="1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  <a:endParaRPr lang="zh-CN" altLang="en-US" sz="422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MH_Others_3"/>
          <p:cNvSpPr/>
          <p:nvPr>
            <p:custDataLst>
              <p:tags r:id="rId3"/>
            </p:custDataLst>
          </p:nvPr>
        </p:nvSpPr>
        <p:spPr>
          <a:xfrm>
            <a:off x="6302134" y="7014138"/>
            <a:ext cx="254482" cy="21937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1"/>
          <p:cNvSpPr/>
          <p:nvPr>
            <p:custDataLst>
              <p:tags r:id="rId4"/>
            </p:custDataLst>
          </p:nvPr>
        </p:nvSpPr>
        <p:spPr>
          <a:xfrm>
            <a:off x="6445190" y="2619678"/>
            <a:ext cx="732028" cy="4689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 flipH="1">
            <a:off x="5722793" y="3525307"/>
            <a:ext cx="732028" cy="4689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MH_Number_3"/>
          <p:cNvSpPr/>
          <p:nvPr>
            <p:custDataLst>
              <p:tags r:id="rId6"/>
            </p:custDataLst>
          </p:nvPr>
        </p:nvSpPr>
        <p:spPr>
          <a:xfrm>
            <a:off x="6445190" y="4430936"/>
            <a:ext cx="732028" cy="46897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Number_4"/>
          <p:cNvSpPr/>
          <p:nvPr>
            <p:custDataLst>
              <p:tags r:id="rId7"/>
            </p:custDataLst>
          </p:nvPr>
        </p:nvSpPr>
        <p:spPr>
          <a:xfrm flipH="1">
            <a:off x="5722793" y="5336564"/>
            <a:ext cx="732028" cy="46897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8"/>
            </p:custDataLst>
          </p:nvPr>
        </p:nvSpPr>
        <p:spPr>
          <a:xfrm>
            <a:off x="7509495" y="2544464"/>
            <a:ext cx="3672408" cy="73850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3200" b="1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试用期工作</a:t>
            </a:r>
            <a:r>
              <a:rPr lang="zh-CN" altLang="en-US" sz="32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概述</a:t>
            </a:r>
            <a:endParaRPr lang="en-US" altLang="zh-CN" sz="3200" b="1" dirty="0" smtClean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6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9"/>
            </p:custDataLst>
          </p:nvPr>
        </p:nvSpPr>
        <p:spPr>
          <a:xfrm>
            <a:off x="2914894" y="3598763"/>
            <a:ext cx="2466542" cy="36893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10"/>
            </p:custDataLst>
          </p:nvPr>
        </p:nvSpPr>
        <p:spPr>
          <a:xfrm>
            <a:off x="7509495" y="4458437"/>
            <a:ext cx="2466542" cy="3886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53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学习与心得体会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11"/>
            </p:custDataLst>
          </p:nvPr>
        </p:nvSpPr>
        <p:spPr>
          <a:xfrm>
            <a:off x="2914894" y="5253023"/>
            <a:ext cx="2466542" cy="53848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4625" y="6088380"/>
            <a:ext cx="2404110" cy="111506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ransition spd="slow" advTm="1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等腰三角形 38"/>
          <p:cNvSpPr/>
          <p:nvPr/>
        </p:nvSpPr>
        <p:spPr bwMode="auto">
          <a:xfrm rot="5400000">
            <a:off x="-359049" y="3569506"/>
            <a:ext cx="1799233" cy="108043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 dirty="0"/>
          </a:p>
        </p:txBody>
      </p:sp>
      <p:sp>
        <p:nvSpPr>
          <p:cNvPr id="2" name="任意多边形 1"/>
          <p:cNvSpPr/>
          <p:nvPr/>
        </p:nvSpPr>
        <p:spPr>
          <a:xfrm>
            <a:off x="1080747" y="4109046"/>
            <a:ext cx="11768682" cy="0"/>
          </a:xfrm>
          <a:custGeom>
            <a:avLst/>
            <a:gdLst>
              <a:gd name="connsiteX0" fmla="*/ 0 w 8369300"/>
              <a:gd name="connsiteY0" fmla="*/ 0 h 0"/>
              <a:gd name="connsiteX1" fmla="*/ 8369300 w 8369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9300">
                <a:moveTo>
                  <a:pt x="0" y="0"/>
                </a:moveTo>
                <a:lnTo>
                  <a:pt x="8369300" y="0"/>
                </a:lnTo>
              </a:path>
            </a:pathLst>
          </a:cu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6" name="组合 4"/>
          <p:cNvGrpSpPr/>
          <p:nvPr/>
        </p:nvGrpSpPr>
        <p:grpSpPr bwMode="auto">
          <a:xfrm>
            <a:off x="1676842" y="3720587"/>
            <a:ext cx="774607" cy="776840"/>
            <a:chOff x="2307521" y="2283162"/>
            <a:chExt cx="551398" cy="551398"/>
          </a:xfrm>
        </p:grpSpPr>
        <p:sp>
          <p:nvSpPr>
            <p:cNvPr id="3" name="矩形 2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" name="五角星 3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7" name="组合 42"/>
          <p:cNvGrpSpPr/>
          <p:nvPr/>
        </p:nvGrpSpPr>
        <p:grpSpPr bwMode="auto">
          <a:xfrm>
            <a:off x="5972673" y="3726937"/>
            <a:ext cx="774609" cy="776840"/>
            <a:chOff x="2307521" y="2283162"/>
            <a:chExt cx="551398" cy="551398"/>
          </a:xfrm>
        </p:grpSpPr>
        <p:sp>
          <p:nvSpPr>
            <p:cNvPr id="44" name="矩形 43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5" name="五角星 44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30" name="组合 7"/>
          <p:cNvGrpSpPr/>
          <p:nvPr/>
        </p:nvGrpSpPr>
        <p:grpSpPr bwMode="auto">
          <a:xfrm>
            <a:off x="1537971" y="1644016"/>
            <a:ext cx="3518535" cy="1411637"/>
            <a:chOff x="4010942" y="928811"/>
            <a:chExt cx="2320294" cy="762337"/>
          </a:xfrm>
        </p:grpSpPr>
        <p:sp>
          <p:nvSpPr>
            <p:cNvPr id="31" name="文本框 66"/>
            <p:cNvSpPr txBox="1">
              <a:spLocks noChangeArrowheads="1"/>
            </p:cNvSpPr>
            <p:nvPr/>
          </p:nvSpPr>
          <p:spPr bwMode="auto">
            <a:xfrm>
              <a:off x="4010942" y="1342737"/>
              <a:ext cx="2320294" cy="348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rgbClr val="DC1E32"/>
                  </a:solidFill>
                  <a:sym typeface="+mn-ea"/>
                </a:rPr>
                <a:t>测试管理平台后台开发</a:t>
              </a:r>
              <a:endParaRPr lang="en-GB" altLang="zh-CN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4" name="文本框 66"/>
            <p:cNvSpPr txBox="1">
              <a:spLocks noChangeArrowheads="1"/>
            </p:cNvSpPr>
            <p:nvPr/>
          </p:nvSpPr>
          <p:spPr bwMode="auto">
            <a:xfrm>
              <a:off x="4102652" y="928811"/>
              <a:ext cx="2136854" cy="248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7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、</a:t>
              </a:r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8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月情景模拟历练</a:t>
              </a:r>
              <a:endParaRPr lang="zh-CN" altLang="en-US" sz="2400" dirty="0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7"/>
          <p:cNvGrpSpPr/>
          <p:nvPr/>
        </p:nvGrpSpPr>
        <p:grpSpPr bwMode="auto">
          <a:xfrm>
            <a:off x="5972810" y="1644015"/>
            <a:ext cx="4443730" cy="1965325"/>
            <a:chOff x="4155715" y="-626121"/>
            <a:chExt cx="2941020" cy="1397842"/>
          </a:xfrm>
        </p:grpSpPr>
        <p:sp>
          <p:nvSpPr>
            <p:cNvPr id="36" name="文本框 66"/>
            <p:cNvSpPr txBox="1">
              <a:spLocks noChangeArrowheads="1"/>
            </p:cNvSpPr>
            <p:nvPr/>
          </p:nvSpPr>
          <p:spPr bwMode="auto">
            <a:xfrm>
              <a:off x="4155715" y="-80985"/>
              <a:ext cx="2940600" cy="85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rgbClr val="DC1E32"/>
                  </a:solidFill>
                  <a:sym typeface="+mn-ea"/>
                </a:rPr>
                <a:t>参与</a:t>
              </a:r>
              <a:r>
                <a:rPr lang="en-US" altLang="zh-CN" sz="2400" dirty="0" smtClean="0">
                  <a:solidFill>
                    <a:srgbClr val="DC1E32"/>
                  </a:solidFill>
                  <a:sym typeface="+mn-ea"/>
                </a:rPr>
                <a:t>COS</a:t>
              </a:r>
              <a:r>
                <a:rPr lang="zh-CN" altLang="en-US" sz="2400" dirty="0" smtClean="0">
                  <a:solidFill>
                    <a:srgbClr val="DC1E32"/>
                  </a:solidFill>
                  <a:sym typeface="+mn-ea"/>
                </a:rPr>
                <a:t>系统研发工作</a:t>
              </a:r>
              <a:endParaRPr lang="zh-CN" altLang="en-US" sz="2400" dirty="0" smtClean="0">
                <a:solidFill>
                  <a:srgbClr val="DC1E32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rgbClr val="DC1E32"/>
                  </a:solidFill>
                  <a:sym typeface="+mn-ea"/>
                </a:rPr>
                <a:t>负责</a:t>
              </a:r>
              <a:r>
                <a:rPr lang="en-US" altLang="zh-CN" sz="2400" dirty="0" smtClean="0">
                  <a:solidFill>
                    <a:srgbClr val="DC1E32"/>
                  </a:solidFill>
                  <a:sym typeface="+mn-ea"/>
                </a:rPr>
                <a:t>PCSS</a:t>
              </a:r>
              <a:r>
                <a:rPr lang="zh-CN" altLang="en-US" sz="2400" dirty="0" smtClean="0">
                  <a:solidFill>
                    <a:srgbClr val="DC1E32"/>
                  </a:solidFill>
                  <a:sym typeface="+mn-ea"/>
                </a:rPr>
                <a:t>（专项客服）系统研发</a:t>
              </a:r>
              <a:endParaRPr lang="zh-CN" altLang="en-US" sz="2400" dirty="0" smtClean="0">
                <a:solidFill>
                  <a:srgbClr val="DC1E3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38" name="文本框 66"/>
            <p:cNvSpPr txBox="1">
              <a:spLocks noChangeArrowheads="1"/>
            </p:cNvSpPr>
            <p:nvPr/>
          </p:nvSpPr>
          <p:spPr bwMode="auto">
            <a:xfrm>
              <a:off x="4217914" y="-626121"/>
              <a:ext cx="2878821" cy="327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l"/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9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10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11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en-US" altLang="zh-CN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12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月</a:t>
              </a:r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  <a:sym typeface="+mn-ea"/>
                </a:rPr>
                <a:t>部门工作</a:t>
              </a:r>
              <a:endParaRPr lang="zh-CN" altLang="en-US" sz="2400" dirty="0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06120" y="337185"/>
            <a:ext cx="388429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试用期工作概述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MH_Others_1"/>
          <p:cNvCxnSpPr/>
          <p:nvPr>
            <p:custDataLst>
              <p:tags r:id="rId1"/>
            </p:custDataLst>
          </p:nvPr>
        </p:nvCxnSpPr>
        <p:spPr>
          <a:xfrm>
            <a:off x="6429375" y="1071086"/>
            <a:ext cx="0" cy="616156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s_2"/>
          <p:cNvSpPr/>
          <p:nvPr>
            <p:custDataLst>
              <p:tags r:id="rId2"/>
            </p:custDataLst>
          </p:nvPr>
        </p:nvSpPr>
        <p:spPr>
          <a:xfrm flipH="1">
            <a:off x="4263511" y="1071086"/>
            <a:ext cx="4331728" cy="895632"/>
          </a:xfrm>
          <a:prstGeom prst="homePlat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4220" b="1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  <a:endParaRPr lang="zh-CN" altLang="en-US" sz="422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MH_Others_3"/>
          <p:cNvSpPr/>
          <p:nvPr>
            <p:custDataLst>
              <p:tags r:id="rId3"/>
            </p:custDataLst>
          </p:nvPr>
        </p:nvSpPr>
        <p:spPr>
          <a:xfrm>
            <a:off x="6302134" y="7014138"/>
            <a:ext cx="254482" cy="21937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1"/>
          <p:cNvSpPr/>
          <p:nvPr>
            <p:custDataLst>
              <p:tags r:id="rId4"/>
            </p:custDataLst>
          </p:nvPr>
        </p:nvSpPr>
        <p:spPr>
          <a:xfrm>
            <a:off x="6445190" y="2619678"/>
            <a:ext cx="732028" cy="4689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 flipH="1">
            <a:off x="5722793" y="3525307"/>
            <a:ext cx="732028" cy="4689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MH_Number_3"/>
          <p:cNvSpPr/>
          <p:nvPr>
            <p:custDataLst>
              <p:tags r:id="rId6"/>
            </p:custDataLst>
          </p:nvPr>
        </p:nvSpPr>
        <p:spPr>
          <a:xfrm>
            <a:off x="6445190" y="4430936"/>
            <a:ext cx="732028" cy="46897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Number_4"/>
          <p:cNvSpPr/>
          <p:nvPr>
            <p:custDataLst>
              <p:tags r:id="rId7"/>
            </p:custDataLst>
          </p:nvPr>
        </p:nvSpPr>
        <p:spPr>
          <a:xfrm flipH="1">
            <a:off x="5722793" y="5336564"/>
            <a:ext cx="732028" cy="46897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8"/>
            </p:custDataLst>
          </p:nvPr>
        </p:nvSpPr>
        <p:spPr>
          <a:xfrm>
            <a:off x="7509495" y="2636855"/>
            <a:ext cx="3672408" cy="5537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试用期工作概述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9"/>
            </p:custDataLst>
          </p:nvPr>
        </p:nvSpPr>
        <p:spPr>
          <a:xfrm>
            <a:off x="1892871" y="3537170"/>
            <a:ext cx="3488565" cy="49212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3200" b="1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  <a:endParaRPr lang="zh-CN" altLang="en-US" sz="16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10"/>
            </p:custDataLst>
          </p:nvPr>
        </p:nvSpPr>
        <p:spPr>
          <a:xfrm>
            <a:off x="7509495" y="4468279"/>
            <a:ext cx="2466542" cy="36893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学习与心得体会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11"/>
            </p:custDataLst>
          </p:nvPr>
        </p:nvSpPr>
        <p:spPr>
          <a:xfrm>
            <a:off x="2914894" y="5253023"/>
            <a:ext cx="2466542" cy="53848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1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7"/>
          <p:cNvGrpSpPr/>
          <p:nvPr/>
        </p:nvGrpSpPr>
        <p:grpSpPr bwMode="auto">
          <a:xfrm>
            <a:off x="614269" y="1033179"/>
            <a:ext cx="4794062" cy="1750313"/>
            <a:chOff x="2397072" y="325729"/>
            <a:chExt cx="3407661" cy="1244914"/>
          </a:xfrm>
        </p:grpSpPr>
        <p:sp>
          <p:nvSpPr>
            <p:cNvPr id="26645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196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646" name="文本框 13"/>
            <p:cNvSpPr txBox="1">
              <a:spLocks noChangeArrowheads="1"/>
            </p:cNvSpPr>
            <p:nvPr/>
          </p:nvSpPr>
          <p:spPr bwMode="auto">
            <a:xfrm>
              <a:off x="2397072" y="325729"/>
              <a:ext cx="1901143" cy="984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测试管理平台</a:t>
              </a:r>
              <a:endParaRPr lang="zh-CN" altLang="en-US" sz="2400" dirty="0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实现自动化测试流程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</a:endParaRPr>
            </a:p>
            <a:p>
              <a:r>
                <a:rPr lang="zh-CN" altLang="en-US" sz="20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解决传统测试过程问题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1795" y="266700"/>
            <a:ext cx="226314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情景模拟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85" y="3607435"/>
            <a:ext cx="4453255" cy="2272665"/>
          </a:xfrm>
          <a:prstGeom prst="rect">
            <a:avLst/>
          </a:prstGeom>
        </p:spPr>
      </p:pic>
      <p:pic>
        <p:nvPicPr>
          <p:cNvPr id="3074" name="Picture 2" descr="\\Sf0001211403a\开发工具包\给坤的截图\捕获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029" y="3607557"/>
            <a:ext cx="1295701" cy="193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\\Sf0001211403a\开发工具包\给坤的截图\捕获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279" y="3607556"/>
            <a:ext cx="1297796" cy="193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7254240" y="2915285"/>
            <a:ext cx="1828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+mn-lt"/>
                <a:sym typeface="+mn-ea"/>
              </a:rPr>
              <a:t>APP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+mn-lt"/>
                <a:sym typeface="+mn-ea"/>
              </a:rPr>
              <a:t>端</a:t>
            </a:r>
            <a:endParaRPr lang="zh-CN" altLang="en-US" sz="2000"/>
          </a:p>
        </p:txBody>
      </p:sp>
      <p:pic>
        <p:nvPicPr>
          <p:cNvPr id="3078" name="Picture 6" descr="\\Sf0001211403a\开发工具包\给坤的截图\捕获5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837" y="3607747"/>
            <a:ext cx="1276273" cy="190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9082405" y="2153285"/>
            <a:ext cx="205295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信息推送</a:t>
            </a:r>
            <a:endParaRPr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务进度查</a:t>
            </a: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endParaRPr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1" latinLnBrk="0" hangingPunct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申请列</a:t>
            </a: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表查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5785" y="2915285"/>
            <a:ext cx="1296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+mn-lt"/>
                <a:sym typeface="+mn-ea"/>
              </a:rPr>
              <a:t>web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n-lt"/>
                <a:sym typeface="+mn-ea"/>
              </a:rPr>
              <a:t>端</a:t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374515" y="582930"/>
            <a:ext cx="3024505" cy="302450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553710" y="1896110"/>
            <a:ext cx="1186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团队</a:t>
            </a:r>
            <a:endParaRPr lang="zh-CN" altLang="en-US" sz="200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19040" y="2461260"/>
            <a:ext cx="7289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协作</a:t>
            </a:r>
            <a:endParaRPr lang="zh-CN" altLang="en-US" sz="2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76645" y="1371600"/>
            <a:ext cx="828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互助</a:t>
            </a:r>
            <a:endParaRPr lang="zh-CN" altLang="en-US" sz="2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98390" y="1269365"/>
            <a:ext cx="849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荣誉</a:t>
            </a:r>
            <a:endParaRPr lang="zh-CN" altLang="en-US" sz="2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89040" y="2576830"/>
            <a:ext cx="828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优秀</a:t>
            </a:r>
            <a:endParaRPr lang="zh-CN" altLang="en-US" sz="2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48435" y="2576830"/>
            <a:ext cx="24606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●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提测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自动化部署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●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自动化测试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7" name="文本框 13"/>
          <p:cNvSpPr txBox="1">
            <a:spLocks noChangeArrowheads="1"/>
          </p:cNvSpPr>
          <p:nvPr/>
        </p:nvSpPr>
        <p:spPr bwMode="auto">
          <a:xfrm>
            <a:off x="879475" y="2098675"/>
            <a:ext cx="4125595" cy="378460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工作内容：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快件承诺时效查询；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定制报表模板相关功能；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双十一高峰取数需求；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SCH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下线订单状态数据切换至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OMS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按信息部门要求优化权限控制；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增加客户信息安全管理模块；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同步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CMS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主产品数据；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023" y="266575"/>
            <a:ext cx="6961505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COS(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客服投诉系统</a:t>
            </a:r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)/PCSS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（专项客服）系统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9475" y="895350"/>
            <a:ext cx="62839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月份参与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系统的开发，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月初开始交接负责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PCSS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完成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V4.8.SP2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V4.9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版本研发工作与发布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63845" y="1913890"/>
            <a:ext cx="58978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业务了解深入</a:t>
            </a:r>
            <a:endParaRPr lang="en-US" altLang="zh-CN"/>
          </a:p>
          <a:p>
            <a:r>
              <a:rPr lang="zh-CN" altLang="en-US"/>
              <a:t>前期了解</a:t>
            </a:r>
            <a:r>
              <a:rPr lang="en-US" altLang="zh-CN"/>
              <a:t>COS</a:t>
            </a:r>
            <a:r>
              <a:rPr lang="zh-CN" altLang="en-US"/>
              <a:t>投诉系统、</a:t>
            </a:r>
            <a:r>
              <a:rPr lang="en-US" altLang="zh-CN"/>
              <a:t>PCSS</a:t>
            </a:r>
            <a:r>
              <a:rPr lang="zh-CN" altLang="en-US"/>
              <a:t>相关</a:t>
            </a:r>
            <a:r>
              <a:rPr lang="zh-CN" altLang="en-US"/>
              <a:t>业务，进行系统相关知识学习，为高效展开系统开发作准备。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积极承担系统研发任务</a:t>
            </a:r>
            <a:endParaRPr lang="zh-CN" altLang="en-US"/>
          </a:p>
          <a:p>
            <a:r>
              <a:rPr lang="zh-CN" altLang="en-US"/>
              <a:t>与导师沟通负责</a:t>
            </a:r>
            <a:r>
              <a:rPr lang="en-US" altLang="zh-CN"/>
              <a:t>PCSS</a:t>
            </a:r>
            <a:r>
              <a:rPr lang="zh-CN" altLang="en-US"/>
              <a:t>系统的研发，交接后，熟悉系统</a:t>
            </a:r>
            <a:r>
              <a:rPr lang="en-US" altLang="zh-CN"/>
              <a:t>PCSS</a:t>
            </a:r>
            <a:r>
              <a:rPr lang="zh-CN" altLang="en-US"/>
              <a:t>系统架构模块，展开版本需求分析与工作。</a:t>
            </a:r>
            <a:endParaRPr lang="zh-CN" altLang="en-US"/>
          </a:p>
          <a:p>
            <a:endParaRPr lang="zh-CN" altLang="en-US"/>
          </a:p>
          <a:p>
            <a:r>
              <a:rPr lang="zh-CN" altLang="zh-CN"/>
              <a:t>技术能力锻炼</a:t>
            </a:r>
            <a:endParaRPr lang="zh-CN" altLang="zh-CN"/>
          </a:p>
          <a:p>
            <a:r>
              <a:rPr lang="zh-CN" altLang="zh-CN"/>
              <a:t>对系统涉及到的相关知识深入了解，从代码规范到设计和数据库优化等。</a:t>
            </a:r>
            <a:endParaRPr lang="zh-CN" altLang="zh-CN"/>
          </a:p>
          <a:p>
            <a:endParaRPr lang="zh-CN" altLang="en-US"/>
          </a:p>
          <a:p>
            <a:r>
              <a:rPr lang="zh-CN" altLang="en-US"/>
              <a:t>沟通能力提升</a:t>
            </a:r>
            <a:endParaRPr lang="zh-CN" altLang="en-US"/>
          </a:p>
          <a:p>
            <a:r>
              <a:rPr lang="zh-CN" altLang="en-US"/>
              <a:t>多次与业务用户沟通需求与功能实施，制定系统版本更新计划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MH_Others_1"/>
          <p:cNvCxnSpPr/>
          <p:nvPr>
            <p:custDataLst>
              <p:tags r:id="rId1"/>
            </p:custDataLst>
          </p:nvPr>
        </p:nvCxnSpPr>
        <p:spPr>
          <a:xfrm>
            <a:off x="6429375" y="1071086"/>
            <a:ext cx="0" cy="616156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s_2"/>
          <p:cNvSpPr/>
          <p:nvPr>
            <p:custDataLst>
              <p:tags r:id="rId2"/>
            </p:custDataLst>
          </p:nvPr>
        </p:nvSpPr>
        <p:spPr>
          <a:xfrm flipH="1">
            <a:off x="4263511" y="1071086"/>
            <a:ext cx="4331728" cy="895632"/>
          </a:xfrm>
          <a:prstGeom prst="homePlat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4220" b="1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  <a:endParaRPr lang="zh-CN" altLang="en-US" sz="422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MH_Others_3"/>
          <p:cNvSpPr/>
          <p:nvPr>
            <p:custDataLst>
              <p:tags r:id="rId3"/>
            </p:custDataLst>
          </p:nvPr>
        </p:nvSpPr>
        <p:spPr>
          <a:xfrm>
            <a:off x="6302134" y="7014138"/>
            <a:ext cx="254482" cy="21937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1"/>
          <p:cNvSpPr/>
          <p:nvPr>
            <p:custDataLst>
              <p:tags r:id="rId4"/>
            </p:custDataLst>
          </p:nvPr>
        </p:nvSpPr>
        <p:spPr>
          <a:xfrm>
            <a:off x="6445190" y="2619678"/>
            <a:ext cx="732028" cy="4689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 flipH="1">
            <a:off x="5722793" y="3525307"/>
            <a:ext cx="732028" cy="4689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MH_Number_3"/>
          <p:cNvSpPr/>
          <p:nvPr>
            <p:custDataLst>
              <p:tags r:id="rId6"/>
            </p:custDataLst>
          </p:nvPr>
        </p:nvSpPr>
        <p:spPr>
          <a:xfrm>
            <a:off x="6445190" y="4430936"/>
            <a:ext cx="732028" cy="46897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Number_4"/>
          <p:cNvSpPr/>
          <p:nvPr>
            <p:custDataLst>
              <p:tags r:id="rId7"/>
            </p:custDataLst>
          </p:nvPr>
        </p:nvSpPr>
        <p:spPr>
          <a:xfrm flipH="1">
            <a:off x="5722793" y="5336564"/>
            <a:ext cx="732028" cy="46897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8"/>
            </p:custDataLst>
          </p:nvPr>
        </p:nvSpPr>
        <p:spPr>
          <a:xfrm>
            <a:off x="7509495" y="2636855"/>
            <a:ext cx="3672408" cy="5537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试用期工作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概述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9"/>
            </p:custDataLst>
          </p:nvPr>
        </p:nvSpPr>
        <p:spPr>
          <a:xfrm>
            <a:off x="2914894" y="3506371"/>
            <a:ext cx="2466542" cy="5537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情况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10"/>
            </p:custDataLst>
          </p:nvPr>
        </p:nvSpPr>
        <p:spPr>
          <a:xfrm>
            <a:off x="7509510" y="4406900"/>
            <a:ext cx="2995930" cy="49212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3200" b="1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学习与心得体会</a:t>
            </a:r>
            <a:r>
              <a:rPr lang="en-US" altLang="zh-CN" sz="16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zh-CN" altLang="en-US" sz="16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11"/>
            </p:custDataLst>
          </p:nvPr>
        </p:nvSpPr>
        <p:spPr>
          <a:xfrm>
            <a:off x="2914894" y="5253023"/>
            <a:ext cx="2466542" cy="53848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1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966253" y="3632063"/>
            <a:ext cx="5281210" cy="2200527"/>
            <a:chOff x="3960309" y="3165179"/>
            <a:chExt cx="4579147" cy="1908000"/>
          </a:xfrm>
        </p:grpSpPr>
        <p:sp>
          <p:nvSpPr>
            <p:cNvPr id="7" name="Freeform 17"/>
            <p:cNvSpPr>
              <a:spLocks noChangeAspect="1"/>
            </p:cNvSpPr>
            <p:nvPr/>
          </p:nvSpPr>
          <p:spPr bwMode="auto">
            <a:xfrm>
              <a:off x="6601270" y="3165179"/>
              <a:ext cx="1938186" cy="1908000"/>
            </a:xfrm>
            <a:custGeom>
              <a:avLst/>
              <a:gdLst>
                <a:gd name="T0" fmla="*/ 145 w 145"/>
                <a:gd name="T1" fmla="*/ 74 h 143"/>
                <a:gd name="T2" fmla="*/ 133 w 145"/>
                <a:gd name="T3" fmla="*/ 88 h 143"/>
                <a:gd name="T4" fmla="*/ 8 w 145"/>
                <a:gd name="T5" fmla="*/ 143 h 143"/>
                <a:gd name="T6" fmla="*/ 2 w 145"/>
                <a:gd name="T7" fmla="*/ 141 h 143"/>
                <a:gd name="T8" fmla="*/ 0 w 145"/>
                <a:gd name="T9" fmla="*/ 135 h 143"/>
                <a:gd name="T10" fmla="*/ 6 w 145"/>
                <a:gd name="T11" fmla="*/ 108 h 143"/>
                <a:gd name="T12" fmla="*/ 50 w 145"/>
                <a:gd name="T13" fmla="*/ 73 h 143"/>
                <a:gd name="T14" fmla="*/ 21 w 145"/>
                <a:gd name="T15" fmla="*/ 44 h 143"/>
                <a:gd name="T16" fmla="*/ 29 w 145"/>
                <a:gd name="T17" fmla="*/ 8 h 143"/>
                <a:gd name="T18" fmla="*/ 36 w 145"/>
                <a:gd name="T19" fmla="*/ 1 h 143"/>
                <a:gd name="T20" fmla="*/ 44 w 145"/>
                <a:gd name="T21" fmla="*/ 3 h 143"/>
                <a:gd name="T22" fmla="*/ 138 w 145"/>
                <a:gd name="T23" fmla="*/ 61 h 143"/>
                <a:gd name="T24" fmla="*/ 145 w 145"/>
                <a:gd name="T25" fmla="*/ 7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5" h="143">
                  <a:moveTo>
                    <a:pt x="145" y="74"/>
                  </a:moveTo>
                  <a:cubicBezTo>
                    <a:pt x="145" y="82"/>
                    <a:pt x="133" y="88"/>
                    <a:pt x="133" y="88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8" y="143"/>
                    <a:pt x="4" y="143"/>
                    <a:pt x="2" y="141"/>
                  </a:cubicBezTo>
                  <a:cubicBezTo>
                    <a:pt x="0" y="139"/>
                    <a:pt x="0" y="135"/>
                    <a:pt x="0" y="135"/>
                  </a:cubicBezTo>
                  <a:cubicBezTo>
                    <a:pt x="6" y="108"/>
                    <a:pt x="6" y="108"/>
                    <a:pt x="6" y="108"/>
                  </a:cubicBezTo>
                  <a:cubicBezTo>
                    <a:pt x="6" y="108"/>
                    <a:pt x="50" y="92"/>
                    <a:pt x="50" y="73"/>
                  </a:cubicBezTo>
                  <a:cubicBezTo>
                    <a:pt x="49" y="57"/>
                    <a:pt x="21" y="44"/>
                    <a:pt x="21" y="44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31" y="3"/>
                    <a:pt x="36" y="1"/>
                  </a:cubicBezTo>
                  <a:cubicBezTo>
                    <a:pt x="40" y="0"/>
                    <a:pt x="44" y="3"/>
                    <a:pt x="44" y="3"/>
                  </a:cubicBezTo>
                  <a:cubicBezTo>
                    <a:pt x="138" y="61"/>
                    <a:pt x="138" y="61"/>
                    <a:pt x="138" y="61"/>
                  </a:cubicBezTo>
                  <a:cubicBezTo>
                    <a:pt x="138" y="61"/>
                    <a:pt x="145" y="65"/>
                    <a:pt x="145" y="74"/>
                  </a:cubicBezTo>
                  <a:close/>
                </a:path>
              </a:pathLst>
            </a:custGeom>
            <a:solidFill>
              <a:schemeClr val="accent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kern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Freeform 17"/>
            <p:cNvSpPr/>
            <p:nvPr/>
          </p:nvSpPr>
          <p:spPr bwMode="auto">
            <a:xfrm>
              <a:off x="5601916" y="3404365"/>
              <a:ext cx="1481733" cy="1458656"/>
            </a:xfrm>
            <a:custGeom>
              <a:avLst/>
              <a:gdLst>
                <a:gd name="T0" fmla="*/ 145 w 145"/>
                <a:gd name="T1" fmla="*/ 74 h 143"/>
                <a:gd name="T2" fmla="*/ 133 w 145"/>
                <a:gd name="T3" fmla="*/ 88 h 143"/>
                <a:gd name="T4" fmla="*/ 8 w 145"/>
                <a:gd name="T5" fmla="*/ 143 h 143"/>
                <a:gd name="T6" fmla="*/ 2 w 145"/>
                <a:gd name="T7" fmla="*/ 141 h 143"/>
                <a:gd name="T8" fmla="*/ 0 w 145"/>
                <a:gd name="T9" fmla="*/ 135 h 143"/>
                <a:gd name="T10" fmla="*/ 6 w 145"/>
                <a:gd name="T11" fmla="*/ 108 h 143"/>
                <a:gd name="T12" fmla="*/ 50 w 145"/>
                <a:gd name="T13" fmla="*/ 73 h 143"/>
                <a:gd name="T14" fmla="*/ 21 w 145"/>
                <a:gd name="T15" fmla="*/ 44 h 143"/>
                <a:gd name="T16" fmla="*/ 29 w 145"/>
                <a:gd name="T17" fmla="*/ 8 h 143"/>
                <a:gd name="T18" fmla="*/ 36 w 145"/>
                <a:gd name="T19" fmla="*/ 1 h 143"/>
                <a:gd name="T20" fmla="*/ 44 w 145"/>
                <a:gd name="T21" fmla="*/ 3 h 143"/>
                <a:gd name="T22" fmla="*/ 138 w 145"/>
                <a:gd name="T23" fmla="*/ 61 h 143"/>
                <a:gd name="T24" fmla="*/ 145 w 145"/>
                <a:gd name="T25" fmla="*/ 7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5" h="143">
                  <a:moveTo>
                    <a:pt x="145" y="74"/>
                  </a:moveTo>
                  <a:cubicBezTo>
                    <a:pt x="145" y="82"/>
                    <a:pt x="133" y="88"/>
                    <a:pt x="133" y="88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8" y="143"/>
                    <a:pt x="4" y="143"/>
                    <a:pt x="2" y="141"/>
                  </a:cubicBezTo>
                  <a:cubicBezTo>
                    <a:pt x="0" y="139"/>
                    <a:pt x="0" y="135"/>
                    <a:pt x="0" y="135"/>
                  </a:cubicBezTo>
                  <a:cubicBezTo>
                    <a:pt x="6" y="108"/>
                    <a:pt x="6" y="108"/>
                    <a:pt x="6" y="108"/>
                  </a:cubicBezTo>
                  <a:cubicBezTo>
                    <a:pt x="6" y="108"/>
                    <a:pt x="50" y="92"/>
                    <a:pt x="50" y="73"/>
                  </a:cubicBezTo>
                  <a:cubicBezTo>
                    <a:pt x="49" y="57"/>
                    <a:pt x="21" y="44"/>
                    <a:pt x="21" y="44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31" y="3"/>
                    <a:pt x="36" y="1"/>
                  </a:cubicBezTo>
                  <a:cubicBezTo>
                    <a:pt x="40" y="0"/>
                    <a:pt x="44" y="3"/>
                    <a:pt x="44" y="3"/>
                  </a:cubicBezTo>
                  <a:cubicBezTo>
                    <a:pt x="138" y="61"/>
                    <a:pt x="138" y="61"/>
                    <a:pt x="138" y="61"/>
                  </a:cubicBezTo>
                  <a:cubicBezTo>
                    <a:pt x="138" y="61"/>
                    <a:pt x="145" y="65"/>
                    <a:pt x="145" y="74"/>
                  </a:cubicBezTo>
                  <a:close/>
                </a:path>
              </a:pathLst>
            </a:cu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kern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Freeform 18"/>
            <p:cNvSpPr/>
            <p:nvPr/>
          </p:nvSpPr>
          <p:spPr bwMode="auto">
            <a:xfrm>
              <a:off x="4682222" y="3523355"/>
              <a:ext cx="1295485" cy="1265818"/>
            </a:xfrm>
            <a:custGeom>
              <a:avLst/>
              <a:gdLst>
                <a:gd name="T0" fmla="*/ 127 w 127"/>
                <a:gd name="T1" fmla="*/ 64 h 124"/>
                <a:gd name="T2" fmla="*/ 117 w 127"/>
                <a:gd name="T3" fmla="*/ 76 h 124"/>
                <a:gd name="T4" fmla="*/ 8 w 127"/>
                <a:gd name="T5" fmla="*/ 124 h 124"/>
                <a:gd name="T6" fmla="*/ 2 w 127"/>
                <a:gd name="T7" fmla="*/ 123 h 124"/>
                <a:gd name="T8" fmla="*/ 1 w 127"/>
                <a:gd name="T9" fmla="*/ 118 h 124"/>
                <a:gd name="T10" fmla="*/ 6 w 127"/>
                <a:gd name="T11" fmla="*/ 94 h 124"/>
                <a:gd name="T12" fmla="*/ 39 w 127"/>
                <a:gd name="T13" fmla="*/ 62 h 124"/>
                <a:gd name="T14" fmla="*/ 19 w 127"/>
                <a:gd name="T15" fmla="*/ 38 h 124"/>
                <a:gd name="T16" fmla="*/ 26 w 127"/>
                <a:gd name="T17" fmla="*/ 6 h 124"/>
                <a:gd name="T18" fmla="*/ 32 w 127"/>
                <a:gd name="T19" fmla="*/ 1 h 124"/>
                <a:gd name="T20" fmla="*/ 39 w 127"/>
                <a:gd name="T21" fmla="*/ 2 h 124"/>
                <a:gd name="T22" fmla="*/ 121 w 127"/>
                <a:gd name="T23" fmla="*/ 52 h 124"/>
                <a:gd name="T24" fmla="*/ 127 w 127"/>
                <a:gd name="T25" fmla="*/ 6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" h="124">
                  <a:moveTo>
                    <a:pt x="127" y="64"/>
                  </a:moveTo>
                  <a:cubicBezTo>
                    <a:pt x="127" y="71"/>
                    <a:pt x="117" y="76"/>
                    <a:pt x="117" y="76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8" y="124"/>
                    <a:pt x="4" y="124"/>
                    <a:pt x="2" y="123"/>
                  </a:cubicBezTo>
                  <a:cubicBezTo>
                    <a:pt x="0" y="121"/>
                    <a:pt x="1" y="118"/>
                    <a:pt x="1" y="118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6" y="94"/>
                    <a:pt x="39" y="81"/>
                    <a:pt x="39" y="62"/>
                  </a:cubicBezTo>
                  <a:cubicBezTo>
                    <a:pt x="40" y="48"/>
                    <a:pt x="19" y="38"/>
                    <a:pt x="19" y="38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8" y="2"/>
                    <a:pt x="32" y="1"/>
                  </a:cubicBezTo>
                  <a:cubicBezTo>
                    <a:pt x="36" y="0"/>
                    <a:pt x="39" y="2"/>
                    <a:pt x="39" y="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1" y="52"/>
                    <a:pt x="127" y="57"/>
                    <a:pt x="127" y="64"/>
                  </a:cubicBez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kern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19"/>
            <p:cNvSpPr/>
            <p:nvPr/>
          </p:nvSpPr>
          <p:spPr bwMode="auto">
            <a:xfrm>
              <a:off x="3960309" y="3649946"/>
              <a:ext cx="1028477" cy="1041662"/>
            </a:xfrm>
            <a:custGeom>
              <a:avLst/>
              <a:gdLst>
                <a:gd name="T0" fmla="*/ 15 w 101"/>
                <a:gd name="T1" fmla="*/ 31 h 102"/>
                <a:gd name="T2" fmla="*/ 21 w 101"/>
                <a:gd name="T3" fmla="*/ 5 h 102"/>
                <a:gd name="T4" fmla="*/ 26 w 101"/>
                <a:gd name="T5" fmla="*/ 1 h 102"/>
                <a:gd name="T6" fmla="*/ 32 w 101"/>
                <a:gd name="T7" fmla="*/ 2 h 102"/>
                <a:gd name="T8" fmla="*/ 95 w 101"/>
                <a:gd name="T9" fmla="*/ 41 h 102"/>
                <a:gd name="T10" fmla="*/ 101 w 101"/>
                <a:gd name="T11" fmla="*/ 51 h 102"/>
                <a:gd name="T12" fmla="*/ 94 w 101"/>
                <a:gd name="T13" fmla="*/ 63 h 102"/>
                <a:gd name="T14" fmla="*/ 6 w 101"/>
                <a:gd name="T15" fmla="*/ 102 h 102"/>
                <a:gd name="T16" fmla="*/ 2 w 101"/>
                <a:gd name="T17" fmla="*/ 101 h 102"/>
                <a:gd name="T18" fmla="*/ 0 w 101"/>
                <a:gd name="T19" fmla="*/ 97 h 102"/>
                <a:gd name="T20" fmla="*/ 5 w 101"/>
                <a:gd name="T21" fmla="*/ 77 h 102"/>
                <a:gd name="T22" fmla="*/ 15 w 101"/>
                <a:gd name="T23" fmla="*/ 3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1" h="102">
                  <a:moveTo>
                    <a:pt x="15" y="31"/>
                  </a:move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2"/>
                    <a:pt x="26" y="1"/>
                  </a:cubicBezTo>
                  <a:cubicBezTo>
                    <a:pt x="29" y="0"/>
                    <a:pt x="32" y="2"/>
                    <a:pt x="32" y="2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101" y="46"/>
                    <a:pt x="101" y="51"/>
                  </a:cubicBezTo>
                  <a:cubicBezTo>
                    <a:pt x="101" y="60"/>
                    <a:pt x="94" y="63"/>
                    <a:pt x="94" y="63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6" y="102"/>
                    <a:pt x="3" y="102"/>
                    <a:pt x="2" y="101"/>
                  </a:cubicBezTo>
                  <a:cubicBezTo>
                    <a:pt x="0" y="99"/>
                    <a:pt x="0" y="97"/>
                    <a:pt x="0" y="97"/>
                  </a:cubicBezTo>
                  <a:cubicBezTo>
                    <a:pt x="5" y="77"/>
                    <a:pt x="5" y="77"/>
                    <a:pt x="5" y="77"/>
                  </a:cubicBezTo>
                  <a:lnTo>
                    <a:pt x="15" y="31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000" kern="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1" name="任意多边形 100"/>
          <p:cNvSpPr/>
          <p:nvPr/>
        </p:nvSpPr>
        <p:spPr bwMode="auto">
          <a:xfrm>
            <a:off x="8551234" y="4096105"/>
            <a:ext cx="2940691" cy="330755"/>
          </a:xfrm>
          <a:custGeom>
            <a:avLst/>
            <a:gdLst>
              <a:gd name="connsiteX0" fmla="*/ 0 w 1600200"/>
              <a:gd name="connsiteY0" fmla="*/ 552450 h 552450"/>
              <a:gd name="connsiteX1" fmla="*/ 171450 w 1600200"/>
              <a:gd name="connsiteY1" fmla="*/ 0 h 552450"/>
              <a:gd name="connsiteX2" fmla="*/ 1600200 w 160020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52450">
                <a:moveTo>
                  <a:pt x="0" y="552450"/>
                </a:moveTo>
                <a:lnTo>
                  <a:pt x="171450" y="0"/>
                </a:lnTo>
                <a:lnTo>
                  <a:pt x="16002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1054100">
              <a:lnSpc>
                <a:spcPct val="120000"/>
              </a:lnSpc>
              <a:defRPr/>
            </a:pPr>
            <a:endParaRPr lang="zh-CN" altLang="en-US" sz="1155" ker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任意多边形 108"/>
          <p:cNvSpPr/>
          <p:nvPr/>
        </p:nvSpPr>
        <p:spPr bwMode="auto">
          <a:xfrm flipH="1">
            <a:off x="1346827" y="4451572"/>
            <a:ext cx="2942591" cy="330755"/>
          </a:xfrm>
          <a:custGeom>
            <a:avLst/>
            <a:gdLst>
              <a:gd name="connsiteX0" fmla="*/ 0 w 1600200"/>
              <a:gd name="connsiteY0" fmla="*/ 552450 h 552450"/>
              <a:gd name="connsiteX1" fmla="*/ 171450 w 1600200"/>
              <a:gd name="connsiteY1" fmla="*/ 0 h 552450"/>
              <a:gd name="connsiteX2" fmla="*/ 1600200 w 160020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52450">
                <a:moveTo>
                  <a:pt x="0" y="552450"/>
                </a:moveTo>
                <a:lnTo>
                  <a:pt x="171450" y="0"/>
                </a:lnTo>
                <a:lnTo>
                  <a:pt x="16002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1054100">
              <a:lnSpc>
                <a:spcPct val="120000"/>
              </a:lnSpc>
              <a:defRPr/>
            </a:pPr>
            <a:endParaRPr lang="zh-CN" altLang="en-US" sz="1155" ker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任意多边形 112"/>
          <p:cNvSpPr/>
          <p:nvPr/>
        </p:nvSpPr>
        <p:spPr>
          <a:xfrm>
            <a:off x="6714958" y="3288222"/>
            <a:ext cx="775566" cy="1155749"/>
          </a:xfrm>
          <a:custGeom>
            <a:avLst/>
            <a:gdLst>
              <a:gd name="connsiteX0" fmla="*/ 0 w 647700"/>
              <a:gd name="connsiteY0" fmla="*/ 965200 h 965200"/>
              <a:gd name="connsiteX1" fmla="*/ 152400 w 647700"/>
              <a:gd name="connsiteY1" fmla="*/ 508000 h 965200"/>
              <a:gd name="connsiteX2" fmla="*/ 647700 w 647700"/>
              <a:gd name="connsiteY2" fmla="*/ 0 h 965200"/>
              <a:gd name="connsiteX0-1" fmla="*/ 0 w 647700"/>
              <a:gd name="connsiteY0-2" fmla="*/ 965200 h 965200"/>
              <a:gd name="connsiteX1-3" fmla="*/ 101600 w 647700"/>
              <a:gd name="connsiteY1-4" fmla="*/ 520700 h 965200"/>
              <a:gd name="connsiteX2-5" fmla="*/ 647700 w 647700"/>
              <a:gd name="connsiteY2-6" fmla="*/ 0 h 96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47700" h="965200">
                <a:moveTo>
                  <a:pt x="0" y="965200"/>
                </a:moveTo>
                <a:lnTo>
                  <a:pt x="101600" y="520700"/>
                </a:lnTo>
                <a:lnTo>
                  <a:pt x="6477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1054100">
              <a:lnSpc>
                <a:spcPct val="120000"/>
              </a:lnSpc>
              <a:defRPr/>
            </a:pPr>
            <a:endParaRPr lang="zh-CN" altLang="en-US" sz="1155" ker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任意多边形 113"/>
          <p:cNvSpPr/>
          <p:nvPr/>
        </p:nvSpPr>
        <p:spPr>
          <a:xfrm flipH="1">
            <a:off x="4739926" y="3280619"/>
            <a:ext cx="775566" cy="1155749"/>
          </a:xfrm>
          <a:custGeom>
            <a:avLst/>
            <a:gdLst>
              <a:gd name="connsiteX0" fmla="*/ 0 w 647700"/>
              <a:gd name="connsiteY0" fmla="*/ 965200 h 965200"/>
              <a:gd name="connsiteX1" fmla="*/ 152400 w 647700"/>
              <a:gd name="connsiteY1" fmla="*/ 508000 h 965200"/>
              <a:gd name="connsiteX2" fmla="*/ 647700 w 647700"/>
              <a:gd name="connsiteY2" fmla="*/ 0 h 965200"/>
              <a:gd name="connsiteX0-1" fmla="*/ 0 w 647700"/>
              <a:gd name="connsiteY0-2" fmla="*/ 965200 h 965200"/>
              <a:gd name="connsiteX1-3" fmla="*/ 101600 w 647700"/>
              <a:gd name="connsiteY1-4" fmla="*/ 520700 h 965200"/>
              <a:gd name="connsiteX2-5" fmla="*/ 647700 w 647700"/>
              <a:gd name="connsiteY2-6" fmla="*/ 0 h 96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47700" h="965200">
                <a:moveTo>
                  <a:pt x="0" y="965200"/>
                </a:moveTo>
                <a:lnTo>
                  <a:pt x="101600" y="520700"/>
                </a:lnTo>
                <a:lnTo>
                  <a:pt x="6477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anchor="ctr"/>
          <a:lstStyle/>
          <a:p>
            <a:pPr algn="ctr" defTabSz="1054100">
              <a:lnSpc>
                <a:spcPct val="120000"/>
              </a:lnSpc>
              <a:defRPr/>
            </a:pPr>
            <a:endParaRPr lang="zh-CN" altLang="en-US" sz="1155" ker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Freeform 6"/>
          <p:cNvSpPr>
            <a:spLocks noChangeAspect="1" noEditPoints="1"/>
          </p:cNvSpPr>
          <p:nvPr/>
        </p:nvSpPr>
        <p:spPr bwMode="auto">
          <a:xfrm>
            <a:off x="4478225" y="4635546"/>
            <a:ext cx="261706" cy="278781"/>
          </a:xfrm>
          <a:custGeom>
            <a:avLst/>
            <a:gdLst>
              <a:gd name="T0" fmla="*/ 67 w 376"/>
              <a:gd name="T1" fmla="*/ 3 h 401"/>
              <a:gd name="T2" fmla="*/ 62 w 376"/>
              <a:gd name="T3" fmla="*/ 3 h 401"/>
              <a:gd name="T4" fmla="*/ 0 w 376"/>
              <a:gd name="T5" fmla="*/ 159 h 401"/>
              <a:gd name="T6" fmla="*/ 65 w 376"/>
              <a:gd name="T7" fmla="*/ 223 h 401"/>
              <a:gd name="T8" fmla="*/ 129 w 376"/>
              <a:gd name="T9" fmla="*/ 159 h 401"/>
              <a:gd name="T10" fmla="*/ 67 w 376"/>
              <a:gd name="T11" fmla="*/ 3 h 401"/>
              <a:gd name="T12" fmla="*/ 313 w 376"/>
              <a:gd name="T13" fmla="*/ 3 h 401"/>
              <a:gd name="T14" fmla="*/ 309 w 376"/>
              <a:gd name="T15" fmla="*/ 3 h 401"/>
              <a:gd name="T16" fmla="*/ 246 w 376"/>
              <a:gd name="T17" fmla="*/ 159 h 401"/>
              <a:gd name="T18" fmla="*/ 311 w 376"/>
              <a:gd name="T19" fmla="*/ 223 h 401"/>
              <a:gd name="T20" fmla="*/ 376 w 376"/>
              <a:gd name="T21" fmla="*/ 159 h 401"/>
              <a:gd name="T22" fmla="*/ 313 w 376"/>
              <a:gd name="T23" fmla="*/ 3 h 401"/>
              <a:gd name="T24" fmla="*/ 185 w 376"/>
              <a:gd name="T25" fmla="*/ 180 h 401"/>
              <a:gd name="T26" fmla="*/ 123 w 376"/>
              <a:gd name="T27" fmla="*/ 337 h 401"/>
              <a:gd name="T28" fmla="*/ 188 w 376"/>
              <a:gd name="T29" fmla="*/ 401 h 401"/>
              <a:gd name="T30" fmla="*/ 253 w 376"/>
              <a:gd name="T31" fmla="*/ 337 h 401"/>
              <a:gd name="T32" fmla="*/ 190 w 376"/>
              <a:gd name="T33" fmla="*/ 180 h 401"/>
              <a:gd name="T34" fmla="*/ 185 w 376"/>
              <a:gd name="T35" fmla="*/ 18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76" h="401">
                <a:moveTo>
                  <a:pt x="67" y="3"/>
                </a:moveTo>
                <a:cubicBezTo>
                  <a:pt x="67" y="0"/>
                  <a:pt x="62" y="0"/>
                  <a:pt x="62" y="3"/>
                </a:cubicBezTo>
                <a:cubicBezTo>
                  <a:pt x="52" y="85"/>
                  <a:pt x="0" y="102"/>
                  <a:pt x="0" y="159"/>
                </a:cubicBezTo>
                <a:cubicBezTo>
                  <a:pt x="0" y="195"/>
                  <a:pt x="29" y="223"/>
                  <a:pt x="65" y="223"/>
                </a:cubicBezTo>
                <a:cubicBezTo>
                  <a:pt x="100" y="223"/>
                  <a:pt x="129" y="195"/>
                  <a:pt x="129" y="159"/>
                </a:cubicBezTo>
                <a:cubicBezTo>
                  <a:pt x="129" y="102"/>
                  <a:pt x="77" y="85"/>
                  <a:pt x="67" y="3"/>
                </a:cubicBezTo>
                <a:close/>
                <a:moveTo>
                  <a:pt x="313" y="3"/>
                </a:moveTo>
                <a:cubicBezTo>
                  <a:pt x="313" y="0"/>
                  <a:pt x="309" y="0"/>
                  <a:pt x="309" y="3"/>
                </a:cubicBezTo>
                <a:cubicBezTo>
                  <a:pt x="298" y="85"/>
                  <a:pt x="246" y="102"/>
                  <a:pt x="246" y="159"/>
                </a:cubicBezTo>
                <a:cubicBezTo>
                  <a:pt x="246" y="195"/>
                  <a:pt x="276" y="223"/>
                  <a:pt x="311" y="223"/>
                </a:cubicBezTo>
                <a:cubicBezTo>
                  <a:pt x="346" y="223"/>
                  <a:pt x="376" y="195"/>
                  <a:pt x="376" y="159"/>
                </a:cubicBezTo>
                <a:cubicBezTo>
                  <a:pt x="376" y="102"/>
                  <a:pt x="324" y="85"/>
                  <a:pt x="313" y="3"/>
                </a:cubicBezTo>
                <a:close/>
                <a:moveTo>
                  <a:pt x="185" y="180"/>
                </a:moveTo>
                <a:cubicBezTo>
                  <a:pt x="175" y="263"/>
                  <a:pt x="123" y="280"/>
                  <a:pt x="123" y="337"/>
                </a:cubicBezTo>
                <a:cubicBezTo>
                  <a:pt x="123" y="372"/>
                  <a:pt x="153" y="401"/>
                  <a:pt x="188" y="401"/>
                </a:cubicBezTo>
                <a:cubicBezTo>
                  <a:pt x="223" y="401"/>
                  <a:pt x="253" y="372"/>
                  <a:pt x="253" y="337"/>
                </a:cubicBezTo>
                <a:cubicBezTo>
                  <a:pt x="253" y="280"/>
                  <a:pt x="200" y="263"/>
                  <a:pt x="190" y="180"/>
                </a:cubicBezTo>
                <a:cubicBezTo>
                  <a:pt x="190" y="178"/>
                  <a:pt x="186" y="178"/>
                  <a:pt x="185" y="1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05461" tIns="52729" rIns="105461" bIns="52729" numCol="1" anchor="t" anchorCtr="0" compatLnSpc="1"/>
          <a:lstStyle/>
          <a:p>
            <a:pPr>
              <a:lnSpc>
                <a:spcPct val="120000"/>
              </a:lnSpc>
            </a:pPr>
            <a:endParaRPr lang="en-US" sz="2075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Freeform 11"/>
          <p:cNvSpPr>
            <a:spLocks noChangeAspect="1" noEditPoints="1"/>
          </p:cNvSpPr>
          <p:nvPr/>
        </p:nvSpPr>
        <p:spPr bwMode="auto">
          <a:xfrm>
            <a:off x="5431463" y="4609931"/>
            <a:ext cx="337297" cy="337652"/>
          </a:xfrm>
          <a:custGeom>
            <a:avLst/>
            <a:gdLst>
              <a:gd name="T0" fmla="*/ 360 w 400"/>
              <a:gd name="T1" fmla="*/ 184 h 400"/>
              <a:gd name="T2" fmla="*/ 360 w 400"/>
              <a:gd name="T3" fmla="*/ 216 h 400"/>
              <a:gd name="T4" fmla="*/ 400 w 400"/>
              <a:gd name="T5" fmla="*/ 200 h 400"/>
              <a:gd name="T6" fmla="*/ 200 w 400"/>
              <a:gd name="T7" fmla="*/ 90 h 400"/>
              <a:gd name="T8" fmla="*/ 200 w 400"/>
              <a:gd name="T9" fmla="*/ 310 h 400"/>
              <a:gd name="T10" fmla="*/ 200 w 400"/>
              <a:gd name="T11" fmla="*/ 90 h 400"/>
              <a:gd name="T12" fmla="*/ 120 w 400"/>
              <a:gd name="T13" fmla="*/ 200 h 400"/>
              <a:gd name="T14" fmla="*/ 280 w 400"/>
              <a:gd name="T15" fmla="*/ 200 h 400"/>
              <a:gd name="T16" fmla="*/ 59 w 400"/>
              <a:gd name="T17" fmla="*/ 200 h 400"/>
              <a:gd name="T18" fmla="*/ 20 w 400"/>
              <a:gd name="T19" fmla="*/ 184 h 400"/>
              <a:gd name="T20" fmla="*/ 20 w 400"/>
              <a:gd name="T21" fmla="*/ 216 h 400"/>
              <a:gd name="T22" fmla="*/ 59 w 400"/>
              <a:gd name="T23" fmla="*/ 200 h 400"/>
              <a:gd name="T24" fmla="*/ 216 w 400"/>
              <a:gd name="T25" fmla="*/ 40 h 400"/>
              <a:gd name="T26" fmla="*/ 200 w 400"/>
              <a:gd name="T27" fmla="*/ 0 h 400"/>
              <a:gd name="T28" fmla="*/ 184 w 400"/>
              <a:gd name="T29" fmla="*/ 40 h 400"/>
              <a:gd name="T30" fmla="*/ 200 w 400"/>
              <a:gd name="T31" fmla="*/ 340 h 400"/>
              <a:gd name="T32" fmla="*/ 184 w 400"/>
              <a:gd name="T33" fmla="*/ 380 h 400"/>
              <a:gd name="T34" fmla="*/ 216 w 400"/>
              <a:gd name="T35" fmla="*/ 380 h 400"/>
              <a:gd name="T36" fmla="*/ 200 w 400"/>
              <a:gd name="T37" fmla="*/ 340 h 400"/>
              <a:gd name="T38" fmla="*/ 350 w 400"/>
              <a:gd name="T39" fmla="*/ 50 h 400"/>
              <a:gd name="T40" fmla="*/ 310 w 400"/>
              <a:gd name="T41" fmla="*/ 67 h 400"/>
              <a:gd name="T42" fmla="*/ 333 w 400"/>
              <a:gd name="T43" fmla="*/ 89 h 400"/>
              <a:gd name="T44" fmla="*/ 66 w 400"/>
              <a:gd name="T45" fmla="*/ 311 h 400"/>
              <a:gd name="T46" fmla="*/ 50 w 400"/>
              <a:gd name="T47" fmla="*/ 350 h 400"/>
              <a:gd name="T48" fmla="*/ 89 w 400"/>
              <a:gd name="T49" fmla="*/ 333 h 400"/>
              <a:gd name="T50" fmla="*/ 66 w 400"/>
              <a:gd name="T51" fmla="*/ 311 h 400"/>
              <a:gd name="T52" fmla="*/ 50 w 400"/>
              <a:gd name="T53" fmla="*/ 50 h 400"/>
              <a:gd name="T54" fmla="*/ 66 w 400"/>
              <a:gd name="T55" fmla="*/ 89 h 400"/>
              <a:gd name="T56" fmla="*/ 89 w 400"/>
              <a:gd name="T57" fmla="*/ 67 h 400"/>
              <a:gd name="T58" fmla="*/ 310 w 400"/>
              <a:gd name="T59" fmla="*/ 333 h 400"/>
              <a:gd name="T60" fmla="*/ 350 w 400"/>
              <a:gd name="T61" fmla="*/ 350 h 400"/>
              <a:gd name="T62" fmla="*/ 333 w 400"/>
              <a:gd name="T63" fmla="*/ 311 h 400"/>
              <a:gd name="T64" fmla="*/ 310 w 400"/>
              <a:gd name="T65" fmla="*/ 333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00" h="400">
                <a:moveTo>
                  <a:pt x="380" y="184"/>
                </a:moveTo>
                <a:cubicBezTo>
                  <a:pt x="376" y="184"/>
                  <a:pt x="364" y="184"/>
                  <a:pt x="360" y="184"/>
                </a:cubicBezTo>
                <a:cubicBezTo>
                  <a:pt x="349" y="184"/>
                  <a:pt x="340" y="191"/>
                  <a:pt x="340" y="200"/>
                </a:cubicBezTo>
                <a:cubicBezTo>
                  <a:pt x="340" y="209"/>
                  <a:pt x="349" y="216"/>
                  <a:pt x="360" y="216"/>
                </a:cubicBezTo>
                <a:cubicBezTo>
                  <a:pt x="364" y="216"/>
                  <a:pt x="376" y="216"/>
                  <a:pt x="380" y="216"/>
                </a:cubicBezTo>
                <a:cubicBezTo>
                  <a:pt x="391" y="216"/>
                  <a:pt x="400" y="209"/>
                  <a:pt x="400" y="200"/>
                </a:cubicBezTo>
                <a:cubicBezTo>
                  <a:pt x="400" y="191"/>
                  <a:pt x="391" y="184"/>
                  <a:pt x="380" y="184"/>
                </a:cubicBezTo>
                <a:close/>
                <a:moveTo>
                  <a:pt x="200" y="90"/>
                </a:moveTo>
                <a:cubicBezTo>
                  <a:pt x="139" y="90"/>
                  <a:pt x="90" y="139"/>
                  <a:pt x="90" y="200"/>
                </a:cubicBezTo>
                <a:cubicBezTo>
                  <a:pt x="90" y="261"/>
                  <a:pt x="139" y="310"/>
                  <a:pt x="200" y="310"/>
                </a:cubicBezTo>
                <a:cubicBezTo>
                  <a:pt x="261" y="310"/>
                  <a:pt x="310" y="261"/>
                  <a:pt x="310" y="200"/>
                </a:cubicBezTo>
                <a:cubicBezTo>
                  <a:pt x="310" y="139"/>
                  <a:pt x="261" y="90"/>
                  <a:pt x="200" y="90"/>
                </a:cubicBezTo>
                <a:close/>
                <a:moveTo>
                  <a:pt x="200" y="280"/>
                </a:moveTo>
                <a:cubicBezTo>
                  <a:pt x="156" y="280"/>
                  <a:pt x="120" y="244"/>
                  <a:pt x="120" y="200"/>
                </a:cubicBezTo>
                <a:cubicBezTo>
                  <a:pt x="120" y="156"/>
                  <a:pt x="156" y="120"/>
                  <a:pt x="200" y="120"/>
                </a:cubicBezTo>
                <a:cubicBezTo>
                  <a:pt x="244" y="120"/>
                  <a:pt x="280" y="156"/>
                  <a:pt x="280" y="200"/>
                </a:cubicBezTo>
                <a:cubicBezTo>
                  <a:pt x="280" y="244"/>
                  <a:pt x="244" y="280"/>
                  <a:pt x="200" y="280"/>
                </a:cubicBezTo>
                <a:close/>
                <a:moveTo>
                  <a:pt x="59" y="200"/>
                </a:moveTo>
                <a:cubicBezTo>
                  <a:pt x="59" y="191"/>
                  <a:pt x="51" y="184"/>
                  <a:pt x="40" y="184"/>
                </a:cubicBezTo>
                <a:cubicBezTo>
                  <a:pt x="36" y="184"/>
                  <a:pt x="23" y="184"/>
                  <a:pt x="20" y="184"/>
                </a:cubicBezTo>
                <a:cubicBezTo>
                  <a:pt x="9" y="184"/>
                  <a:pt x="0" y="191"/>
                  <a:pt x="0" y="200"/>
                </a:cubicBezTo>
                <a:cubicBezTo>
                  <a:pt x="0" y="209"/>
                  <a:pt x="9" y="216"/>
                  <a:pt x="20" y="216"/>
                </a:cubicBezTo>
                <a:cubicBezTo>
                  <a:pt x="23" y="216"/>
                  <a:pt x="36" y="216"/>
                  <a:pt x="40" y="216"/>
                </a:cubicBezTo>
                <a:cubicBezTo>
                  <a:pt x="51" y="216"/>
                  <a:pt x="59" y="209"/>
                  <a:pt x="59" y="200"/>
                </a:cubicBezTo>
                <a:close/>
                <a:moveTo>
                  <a:pt x="200" y="60"/>
                </a:moveTo>
                <a:cubicBezTo>
                  <a:pt x="209" y="60"/>
                  <a:pt x="216" y="51"/>
                  <a:pt x="216" y="40"/>
                </a:cubicBezTo>
                <a:cubicBezTo>
                  <a:pt x="216" y="36"/>
                  <a:pt x="216" y="24"/>
                  <a:pt x="216" y="20"/>
                </a:cubicBezTo>
                <a:cubicBezTo>
                  <a:pt x="216" y="9"/>
                  <a:pt x="209" y="0"/>
                  <a:pt x="200" y="0"/>
                </a:cubicBezTo>
                <a:cubicBezTo>
                  <a:pt x="191" y="0"/>
                  <a:pt x="184" y="9"/>
                  <a:pt x="184" y="20"/>
                </a:cubicBezTo>
                <a:cubicBezTo>
                  <a:pt x="184" y="24"/>
                  <a:pt x="184" y="36"/>
                  <a:pt x="184" y="40"/>
                </a:cubicBezTo>
                <a:cubicBezTo>
                  <a:pt x="184" y="51"/>
                  <a:pt x="191" y="60"/>
                  <a:pt x="200" y="60"/>
                </a:cubicBezTo>
                <a:close/>
                <a:moveTo>
                  <a:pt x="200" y="340"/>
                </a:moveTo>
                <a:cubicBezTo>
                  <a:pt x="191" y="340"/>
                  <a:pt x="184" y="349"/>
                  <a:pt x="184" y="360"/>
                </a:cubicBezTo>
                <a:cubicBezTo>
                  <a:pt x="184" y="364"/>
                  <a:pt x="184" y="376"/>
                  <a:pt x="184" y="380"/>
                </a:cubicBezTo>
                <a:cubicBezTo>
                  <a:pt x="184" y="391"/>
                  <a:pt x="191" y="400"/>
                  <a:pt x="200" y="400"/>
                </a:cubicBezTo>
                <a:cubicBezTo>
                  <a:pt x="209" y="400"/>
                  <a:pt x="216" y="391"/>
                  <a:pt x="216" y="380"/>
                </a:cubicBezTo>
                <a:cubicBezTo>
                  <a:pt x="216" y="376"/>
                  <a:pt x="216" y="364"/>
                  <a:pt x="216" y="360"/>
                </a:cubicBezTo>
                <a:cubicBezTo>
                  <a:pt x="216" y="349"/>
                  <a:pt x="209" y="340"/>
                  <a:pt x="200" y="340"/>
                </a:cubicBezTo>
                <a:close/>
                <a:moveTo>
                  <a:pt x="347" y="75"/>
                </a:moveTo>
                <a:cubicBezTo>
                  <a:pt x="355" y="67"/>
                  <a:pt x="356" y="56"/>
                  <a:pt x="350" y="50"/>
                </a:cubicBezTo>
                <a:cubicBezTo>
                  <a:pt x="344" y="44"/>
                  <a:pt x="332" y="45"/>
                  <a:pt x="324" y="53"/>
                </a:cubicBezTo>
                <a:cubicBezTo>
                  <a:pt x="322" y="55"/>
                  <a:pt x="313" y="64"/>
                  <a:pt x="310" y="67"/>
                </a:cubicBezTo>
                <a:cubicBezTo>
                  <a:pt x="303" y="74"/>
                  <a:pt x="301" y="86"/>
                  <a:pt x="308" y="92"/>
                </a:cubicBezTo>
                <a:cubicBezTo>
                  <a:pt x="314" y="98"/>
                  <a:pt x="325" y="97"/>
                  <a:pt x="333" y="89"/>
                </a:cubicBezTo>
                <a:cubicBezTo>
                  <a:pt x="335" y="87"/>
                  <a:pt x="345" y="77"/>
                  <a:pt x="347" y="75"/>
                </a:cubicBezTo>
                <a:close/>
                <a:moveTo>
                  <a:pt x="66" y="311"/>
                </a:moveTo>
                <a:cubicBezTo>
                  <a:pt x="64" y="313"/>
                  <a:pt x="55" y="322"/>
                  <a:pt x="52" y="325"/>
                </a:cubicBezTo>
                <a:cubicBezTo>
                  <a:pt x="45" y="332"/>
                  <a:pt x="43" y="344"/>
                  <a:pt x="50" y="350"/>
                </a:cubicBezTo>
                <a:cubicBezTo>
                  <a:pt x="56" y="356"/>
                  <a:pt x="67" y="355"/>
                  <a:pt x="75" y="347"/>
                </a:cubicBezTo>
                <a:cubicBezTo>
                  <a:pt x="77" y="345"/>
                  <a:pt x="87" y="335"/>
                  <a:pt x="89" y="333"/>
                </a:cubicBezTo>
                <a:cubicBezTo>
                  <a:pt x="97" y="325"/>
                  <a:pt x="98" y="314"/>
                  <a:pt x="92" y="308"/>
                </a:cubicBezTo>
                <a:cubicBezTo>
                  <a:pt x="86" y="302"/>
                  <a:pt x="74" y="303"/>
                  <a:pt x="66" y="311"/>
                </a:cubicBezTo>
                <a:close/>
                <a:moveTo>
                  <a:pt x="75" y="53"/>
                </a:moveTo>
                <a:cubicBezTo>
                  <a:pt x="67" y="45"/>
                  <a:pt x="56" y="44"/>
                  <a:pt x="50" y="50"/>
                </a:cubicBezTo>
                <a:cubicBezTo>
                  <a:pt x="43" y="56"/>
                  <a:pt x="45" y="67"/>
                  <a:pt x="52" y="75"/>
                </a:cubicBezTo>
                <a:cubicBezTo>
                  <a:pt x="55" y="77"/>
                  <a:pt x="64" y="87"/>
                  <a:pt x="66" y="89"/>
                </a:cubicBezTo>
                <a:cubicBezTo>
                  <a:pt x="74" y="97"/>
                  <a:pt x="86" y="98"/>
                  <a:pt x="92" y="92"/>
                </a:cubicBezTo>
                <a:cubicBezTo>
                  <a:pt x="98" y="86"/>
                  <a:pt x="97" y="74"/>
                  <a:pt x="89" y="67"/>
                </a:cubicBezTo>
                <a:cubicBezTo>
                  <a:pt x="87" y="64"/>
                  <a:pt x="77" y="55"/>
                  <a:pt x="75" y="53"/>
                </a:cubicBezTo>
                <a:close/>
                <a:moveTo>
                  <a:pt x="310" y="333"/>
                </a:moveTo>
                <a:cubicBezTo>
                  <a:pt x="313" y="335"/>
                  <a:pt x="322" y="345"/>
                  <a:pt x="324" y="347"/>
                </a:cubicBezTo>
                <a:cubicBezTo>
                  <a:pt x="332" y="355"/>
                  <a:pt x="344" y="356"/>
                  <a:pt x="350" y="350"/>
                </a:cubicBezTo>
                <a:cubicBezTo>
                  <a:pt x="356" y="344"/>
                  <a:pt x="355" y="332"/>
                  <a:pt x="347" y="325"/>
                </a:cubicBezTo>
                <a:cubicBezTo>
                  <a:pt x="345" y="322"/>
                  <a:pt x="335" y="313"/>
                  <a:pt x="333" y="311"/>
                </a:cubicBezTo>
                <a:cubicBezTo>
                  <a:pt x="325" y="303"/>
                  <a:pt x="314" y="302"/>
                  <a:pt x="308" y="308"/>
                </a:cubicBezTo>
                <a:cubicBezTo>
                  <a:pt x="301" y="314"/>
                  <a:pt x="303" y="325"/>
                  <a:pt x="310" y="3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05461" tIns="52729" rIns="105461" bIns="52729" numCol="1" anchor="t" anchorCtr="0" compatLnSpc="1"/>
          <a:lstStyle/>
          <a:p>
            <a:pPr>
              <a:lnSpc>
                <a:spcPct val="120000"/>
              </a:lnSpc>
            </a:pPr>
            <a:endParaRPr lang="en-US" sz="2075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Freeform 21"/>
          <p:cNvSpPr>
            <a:spLocks noChangeAspect="1" noEditPoints="1"/>
          </p:cNvSpPr>
          <p:nvPr/>
        </p:nvSpPr>
        <p:spPr bwMode="auto">
          <a:xfrm>
            <a:off x="6704557" y="4624468"/>
            <a:ext cx="293862" cy="294789"/>
          </a:xfrm>
          <a:custGeom>
            <a:avLst/>
            <a:gdLst>
              <a:gd name="T0" fmla="*/ 390 w 403"/>
              <a:gd name="T1" fmla="*/ 150 h 404"/>
              <a:gd name="T2" fmla="*/ 241 w 403"/>
              <a:gd name="T3" fmla="*/ 110 h 404"/>
              <a:gd name="T4" fmla="*/ 215 w 403"/>
              <a:gd name="T5" fmla="*/ 13 h 404"/>
              <a:gd name="T6" fmla="*/ 195 w 403"/>
              <a:gd name="T7" fmla="*/ 2 h 404"/>
              <a:gd name="T8" fmla="*/ 14 w 403"/>
              <a:gd name="T9" fmla="*/ 51 h 404"/>
              <a:gd name="T10" fmla="*/ 2 w 403"/>
              <a:gd name="T11" fmla="*/ 70 h 404"/>
              <a:gd name="T12" fmla="*/ 67 w 403"/>
              <a:gd name="T13" fmla="*/ 311 h 404"/>
              <a:gd name="T14" fmla="*/ 86 w 403"/>
              <a:gd name="T15" fmla="*/ 322 h 404"/>
              <a:gd name="T16" fmla="*/ 159 w 403"/>
              <a:gd name="T17" fmla="*/ 302 h 404"/>
              <a:gd name="T18" fmla="*/ 149 w 403"/>
              <a:gd name="T19" fmla="*/ 339 h 404"/>
              <a:gd name="T20" fmla="*/ 160 w 403"/>
              <a:gd name="T21" fmla="*/ 358 h 404"/>
              <a:gd name="T22" fmla="*/ 322 w 403"/>
              <a:gd name="T23" fmla="*/ 401 h 404"/>
              <a:gd name="T24" fmla="*/ 342 w 403"/>
              <a:gd name="T25" fmla="*/ 391 h 404"/>
              <a:gd name="T26" fmla="*/ 401 w 403"/>
              <a:gd name="T27" fmla="*/ 169 h 404"/>
              <a:gd name="T28" fmla="*/ 390 w 403"/>
              <a:gd name="T29" fmla="*/ 150 h 404"/>
              <a:gd name="T30" fmla="*/ 34 w 403"/>
              <a:gd name="T31" fmla="*/ 75 h 404"/>
              <a:gd name="T32" fmla="*/ 191 w 403"/>
              <a:gd name="T33" fmla="*/ 33 h 404"/>
              <a:gd name="T34" fmla="*/ 249 w 403"/>
              <a:gd name="T35" fmla="*/ 249 h 404"/>
              <a:gd name="T36" fmla="*/ 92 w 403"/>
              <a:gd name="T37" fmla="*/ 291 h 404"/>
              <a:gd name="T38" fmla="*/ 34 w 403"/>
              <a:gd name="T39" fmla="*/ 75 h 404"/>
              <a:gd name="T40" fmla="*/ 315 w 403"/>
              <a:gd name="T41" fmla="*/ 371 h 404"/>
              <a:gd name="T42" fmla="*/ 179 w 403"/>
              <a:gd name="T43" fmla="*/ 334 h 404"/>
              <a:gd name="T44" fmla="*/ 190 w 403"/>
              <a:gd name="T45" fmla="*/ 294 h 404"/>
              <a:gd name="T46" fmla="*/ 268 w 403"/>
              <a:gd name="T47" fmla="*/ 273 h 404"/>
              <a:gd name="T48" fmla="*/ 279 w 403"/>
              <a:gd name="T49" fmla="*/ 254 h 404"/>
              <a:gd name="T50" fmla="*/ 249 w 403"/>
              <a:gd name="T51" fmla="*/ 142 h 404"/>
              <a:gd name="T52" fmla="*/ 368 w 403"/>
              <a:gd name="T53" fmla="*/ 174 h 404"/>
              <a:gd name="T54" fmla="*/ 315 w 403"/>
              <a:gd name="T55" fmla="*/ 371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03" h="404">
                <a:moveTo>
                  <a:pt x="390" y="150"/>
                </a:moveTo>
                <a:cubicBezTo>
                  <a:pt x="241" y="110"/>
                  <a:pt x="241" y="110"/>
                  <a:pt x="241" y="110"/>
                </a:cubicBezTo>
                <a:cubicBezTo>
                  <a:pt x="215" y="13"/>
                  <a:pt x="215" y="13"/>
                  <a:pt x="215" y="13"/>
                </a:cubicBezTo>
                <a:cubicBezTo>
                  <a:pt x="213" y="5"/>
                  <a:pt x="204" y="0"/>
                  <a:pt x="195" y="2"/>
                </a:cubicBezTo>
                <a:cubicBezTo>
                  <a:pt x="14" y="51"/>
                  <a:pt x="14" y="51"/>
                  <a:pt x="14" y="51"/>
                </a:cubicBezTo>
                <a:cubicBezTo>
                  <a:pt x="5" y="53"/>
                  <a:pt x="0" y="62"/>
                  <a:pt x="2" y="70"/>
                </a:cubicBezTo>
                <a:cubicBezTo>
                  <a:pt x="67" y="311"/>
                  <a:pt x="67" y="311"/>
                  <a:pt x="67" y="311"/>
                </a:cubicBezTo>
                <a:cubicBezTo>
                  <a:pt x="69" y="319"/>
                  <a:pt x="78" y="324"/>
                  <a:pt x="86" y="322"/>
                </a:cubicBezTo>
                <a:cubicBezTo>
                  <a:pt x="159" y="302"/>
                  <a:pt x="159" y="302"/>
                  <a:pt x="159" y="302"/>
                </a:cubicBezTo>
                <a:cubicBezTo>
                  <a:pt x="149" y="339"/>
                  <a:pt x="149" y="339"/>
                  <a:pt x="149" y="339"/>
                </a:cubicBezTo>
                <a:cubicBezTo>
                  <a:pt x="147" y="347"/>
                  <a:pt x="152" y="356"/>
                  <a:pt x="160" y="358"/>
                </a:cubicBezTo>
                <a:cubicBezTo>
                  <a:pt x="322" y="401"/>
                  <a:pt x="322" y="401"/>
                  <a:pt x="322" y="401"/>
                </a:cubicBezTo>
                <a:cubicBezTo>
                  <a:pt x="331" y="404"/>
                  <a:pt x="340" y="399"/>
                  <a:pt x="342" y="391"/>
                </a:cubicBezTo>
                <a:cubicBezTo>
                  <a:pt x="401" y="169"/>
                  <a:pt x="401" y="169"/>
                  <a:pt x="401" y="169"/>
                </a:cubicBezTo>
                <a:cubicBezTo>
                  <a:pt x="403" y="161"/>
                  <a:pt x="398" y="152"/>
                  <a:pt x="390" y="150"/>
                </a:cubicBezTo>
                <a:close/>
                <a:moveTo>
                  <a:pt x="34" y="75"/>
                </a:moveTo>
                <a:cubicBezTo>
                  <a:pt x="191" y="33"/>
                  <a:pt x="191" y="33"/>
                  <a:pt x="191" y="33"/>
                </a:cubicBezTo>
                <a:cubicBezTo>
                  <a:pt x="249" y="249"/>
                  <a:pt x="249" y="249"/>
                  <a:pt x="249" y="249"/>
                </a:cubicBezTo>
                <a:cubicBezTo>
                  <a:pt x="92" y="291"/>
                  <a:pt x="92" y="291"/>
                  <a:pt x="92" y="291"/>
                </a:cubicBezTo>
                <a:lnTo>
                  <a:pt x="34" y="75"/>
                </a:lnTo>
                <a:close/>
                <a:moveTo>
                  <a:pt x="315" y="371"/>
                </a:moveTo>
                <a:cubicBezTo>
                  <a:pt x="179" y="334"/>
                  <a:pt x="179" y="334"/>
                  <a:pt x="179" y="334"/>
                </a:cubicBezTo>
                <a:cubicBezTo>
                  <a:pt x="190" y="294"/>
                  <a:pt x="190" y="294"/>
                  <a:pt x="190" y="294"/>
                </a:cubicBezTo>
                <a:cubicBezTo>
                  <a:pt x="268" y="273"/>
                  <a:pt x="268" y="273"/>
                  <a:pt x="268" y="273"/>
                </a:cubicBezTo>
                <a:cubicBezTo>
                  <a:pt x="276" y="271"/>
                  <a:pt x="282" y="262"/>
                  <a:pt x="279" y="254"/>
                </a:cubicBezTo>
                <a:cubicBezTo>
                  <a:pt x="249" y="142"/>
                  <a:pt x="249" y="142"/>
                  <a:pt x="249" y="142"/>
                </a:cubicBezTo>
                <a:cubicBezTo>
                  <a:pt x="368" y="174"/>
                  <a:pt x="368" y="174"/>
                  <a:pt x="368" y="174"/>
                </a:cubicBezTo>
                <a:lnTo>
                  <a:pt x="315" y="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05461" tIns="52729" rIns="105461" bIns="52729" numCol="1" anchor="t" anchorCtr="0" compatLnSpc="1"/>
          <a:lstStyle/>
          <a:p>
            <a:pPr>
              <a:lnSpc>
                <a:spcPct val="120000"/>
              </a:lnSpc>
            </a:pPr>
            <a:endParaRPr lang="en-US" sz="2075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Freeform 26"/>
          <p:cNvSpPr>
            <a:spLocks noChangeAspect="1"/>
          </p:cNvSpPr>
          <p:nvPr/>
        </p:nvSpPr>
        <p:spPr bwMode="auto">
          <a:xfrm>
            <a:off x="8161666" y="4636899"/>
            <a:ext cx="280240" cy="290637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05461" tIns="52729" rIns="105461" bIns="52729" numCol="1" anchor="t" anchorCtr="0" compatLnSpc="1"/>
          <a:lstStyle/>
          <a:p>
            <a:pPr>
              <a:lnSpc>
                <a:spcPct val="120000"/>
              </a:lnSpc>
            </a:pPr>
            <a:endParaRPr lang="en-US" sz="2075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Text Placeholder 2"/>
          <p:cNvSpPr txBox="1"/>
          <p:nvPr/>
        </p:nvSpPr>
        <p:spPr>
          <a:xfrm>
            <a:off x="706120" y="2806700"/>
            <a:ext cx="3260090" cy="1149350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知识准备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KAFKA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环境搭建实践、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Jenkins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环境</a:t>
            </a:r>
            <a:endParaRPr lang="zh-CN" alt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 Placeholder 7"/>
          <p:cNvSpPr txBox="1"/>
          <p:nvPr/>
        </p:nvSpPr>
        <p:spPr>
          <a:xfrm>
            <a:off x="5123473" y="2450247"/>
            <a:ext cx="1415623" cy="356823"/>
          </a:xfrm>
          <a:prstGeom prst="rect">
            <a:avLst/>
          </a:prstGeom>
        </p:spPr>
        <p:txBody>
          <a:bodyPr vert="horz" lIns="0" tIns="103860" rIns="0" bIns="103860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Text Placeholder 2"/>
          <p:cNvSpPr txBox="1"/>
          <p:nvPr/>
        </p:nvSpPr>
        <p:spPr>
          <a:xfrm>
            <a:off x="4246987" y="2835072"/>
            <a:ext cx="2292110" cy="5783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Text Placeholder 7"/>
          <p:cNvSpPr txBox="1"/>
          <p:nvPr/>
        </p:nvSpPr>
        <p:spPr>
          <a:xfrm>
            <a:off x="8466565" y="2707407"/>
            <a:ext cx="1415623" cy="356823"/>
          </a:xfrm>
          <a:prstGeom prst="rect">
            <a:avLst/>
          </a:prstGeom>
        </p:spPr>
        <p:txBody>
          <a:bodyPr vert="horz" lIns="0" tIns="103860" rIns="0" bIns="103860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Text Placeholder 2"/>
          <p:cNvSpPr txBox="1"/>
          <p:nvPr/>
        </p:nvSpPr>
        <p:spPr>
          <a:xfrm>
            <a:off x="7590079" y="3092233"/>
            <a:ext cx="2292110" cy="5783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Text Placeholder 7"/>
          <p:cNvSpPr txBox="1"/>
          <p:nvPr/>
        </p:nvSpPr>
        <p:spPr>
          <a:xfrm>
            <a:off x="10400034" y="4374192"/>
            <a:ext cx="1415623" cy="356823"/>
          </a:xfrm>
          <a:prstGeom prst="rect">
            <a:avLst/>
          </a:prstGeom>
        </p:spPr>
        <p:txBody>
          <a:bodyPr vert="horz" lIns="0" tIns="103860" rIns="0" bIns="103860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5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400" b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Text Placeholder 2"/>
          <p:cNvSpPr txBox="1"/>
          <p:nvPr/>
        </p:nvSpPr>
        <p:spPr>
          <a:xfrm>
            <a:off x="9523548" y="4759016"/>
            <a:ext cx="2292110" cy="57839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528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1155" indent="-31940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41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03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65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270" indent="-321310" algn="l" defTabSz="12852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30808" y="337060"/>
            <a:ext cx="21336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学习与心得体会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4"/>
          <p:cNvSpPr/>
          <p:nvPr/>
        </p:nvSpPr>
        <p:spPr>
          <a:xfrm flipV="1">
            <a:off x="2078" y="3845226"/>
            <a:ext cx="4459877" cy="266647"/>
          </a:xfrm>
          <a:custGeom>
            <a:avLst/>
            <a:gdLst/>
            <a:ahLst/>
            <a:cxnLst/>
            <a:rect l="l" t="t" r="r" b="b"/>
            <a:pathLst>
              <a:path w="4571707" h="242218">
                <a:moveTo>
                  <a:pt x="0" y="242218"/>
                </a:moveTo>
                <a:lnTo>
                  <a:pt x="4571707" y="242218"/>
                </a:lnTo>
                <a:lnTo>
                  <a:pt x="457170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9220" tIns="49610" rIns="99220" bIns="49610" rtlCol="0" anchor="ctr"/>
          <a:lstStyle/>
          <a:p>
            <a:pPr algn="ctr">
              <a:lnSpc>
                <a:spcPct val="120000"/>
              </a:lnSpc>
            </a:pPr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02236" y="3846775"/>
            <a:ext cx="1883484" cy="1882041"/>
            <a:chOff x="3225639" y="4543565"/>
            <a:chExt cx="1735762" cy="1734334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" name="椭圆 5"/>
            <p:cNvSpPr/>
            <p:nvPr/>
          </p:nvSpPr>
          <p:spPr>
            <a:xfrm flipV="1">
              <a:off x="3225639" y="4543565"/>
              <a:ext cx="1735762" cy="17343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0800000" flipV="1">
              <a:off x="3450403" y="4786205"/>
              <a:ext cx="1284515" cy="1284516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tIns="50619" anchor="ctr" anchorCtr="1"/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en-US" altLang="zh-CN" sz="4360" b="1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lang="zh-CN" altLang="en-US" sz="436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14"/>
          <p:cNvSpPr/>
          <p:nvPr/>
        </p:nvSpPr>
        <p:spPr>
          <a:xfrm>
            <a:off x="2079" y="3271869"/>
            <a:ext cx="7594539" cy="266647"/>
          </a:xfrm>
          <a:custGeom>
            <a:avLst/>
            <a:gdLst/>
            <a:ahLst/>
            <a:cxnLst/>
            <a:rect l="l" t="t" r="r" b="b"/>
            <a:pathLst>
              <a:path w="4571707" h="242218">
                <a:moveTo>
                  <a:pt x="0" y="0"/>
                </a:moveTo>
                <a:lnTo>
                  <a:pt x="4571707" y="0"/>
                </a:lnTo>
                <a:lnTo>
                  <a:pt x="4571707" y="242218"/>
                </a:lnTo>
                <a:lnTo>
                  <a:pt x="0" y="2422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9220" tIns="49610" rIns="99220" bIns="49610" rtlCol="0" anchor="ctr"/>
          <a:lstStyle/>
          <a:p>
            <a:pPr algn="ctr">
              <a:lnSpc>
                <a:spcPct val="120000"/>
              </a:lnSpc>
            </a:pPr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654875" y="1659421"/>
            <a:ext cx="1883484" cy="1883593"/>
            <a:chOff x="6131016" y="674750"/>
            <a:chExt cx="1735762" cy="1735763"/>
          </a:xfrm>
        </p:grpSpPr>
        <p:sp>
          <p:nvSpPr>
            <p:cNvPr id="10" name="椭圆 9"/>
            <p:cNvSpPr/>
            <p:nvPr/>
          </p:nvSpPr>
          <p:spPr>
            <a:xfrm>
              <a:off x="6131016" y="674750"/>
              <a:ext cx="1735762" cy="17357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6355778" y="899818"/>
              <a:ext cx="1284515" cy="1284516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tIns="50619" anchor="ctr"/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en-US" altLang="zh-CN" sz="4360" b="1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lang="zh-CN" altLang="en-US" sz="4360" b="1" ker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2" name="矩形 14"/>
          <p:cNvSpPr/>
          <p:nvPr/>
        </p:nvSpPr>
        <p:spPr>
          <a:xfrm flipV="1">
            <a:off x="6616019" y="3845226"/>
            <a:ext cx="6242026" cy="266647"/>
          </a:xfrm>
          <a:custGeom>
            <a:avLst/>
            <a:gdLst/>
            <a:ahLst/>
            <a:cxnLst/>
            <a:rect l="l" t="t" r="r" b="b"/>
            <a:pathLst>
              <a:path w="4571707" h="242218">
                <a:moveTo>
                  <a:pt x="0" y="242218"/>
                </a:moveTo>
                <a:lnTo>
                  <a:pt x="4571707" y="242218"/>
                </a:lnTo>
                <a:lnTo>
                  <a:pt x="457170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9220" tIns="49610" rIns="99220" bIns="49610" rtlCol="0" anchor="ctr"/>
          <a:lstStyle/>
          <a:p>
            <a:pPr algn="ctr">
              <a:lnSpc>
                <a:spcPct val="120000"/>
              </a:lnSpc>
            </a:pPr>
            <a:endParaRPr 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674276" y="3846775"/>
            <a:ext cx="1883484" cy="1882041"/>
            <a:chOff x="5227325" y="4543565"/>
            <a:chExt cx="1735762" cy="1734334"/>
          </a:xfrm>
        </p:grpSpPr>
        <p:sp>
          <p:nvSpPr>
            <p:cNvPr id="14" name="椭圆 13"/>
            <p:cNvSpPr/>
            <p:nvPr/>
          </p:nvSpPr>
          <p:spPr>
            <a:xfrm flipV="1">
              <a:off x="5227325" y="4543565"/>
              <a:ext cx="1735762" cy="173433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 rot="10800000" flipV="1">
              <a:off x="5460802" y="4768780"/>
              <a:ext cx="1284515" cy="1284516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tIns="50619" anchor="ctr"/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en-US" altLang="zh-CN" sz="4360" b="1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03</a:t>
              </a:r>
              <a:endParaRPr lang="zh-CN" altLang="en-US" sz="4360" b="1" ker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264530" y="2228283"/>
            <a:ext cx="2042356" cy="543387"/>
          </a:xfrm>
          <a:prstGeom prst="rect">
            <a:avLst/>
          </a:prstGeom>
          <a:noFill/>
        </p:spPr>
        <p:txBody>
          <a:bodyPr wrap="square" lIns="99220" tIns="49610" rIns="99220" bIns="4961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72633" y="1907552"/>
            <a:ext cx="1816205" cy="336407"/>
          </a:xfrm>
          <a:prstGeom prst="rect">
            <a:avLst/>
          </a:prstGeom>
          <a:noFill/>
        </p:spPr>
        <p:txBody>
          <a:bodyPr wrap="none" lIns="99220" tIns="49610" rIns="99220" bIns="4961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1103" y="5991049"/>
            <a:ext cx="2074757" cy="543387"/>
          </a:xfrm>
          <a:prstGeom prst="rect">
            <a:avLst/>
          </a:prstGeom>
          <a:noFill/>
        </p:spPr>
        <p:txBody>
          <a:bodyPr wrap="square" lIns="99220" tIns="49610" rIns="99220" bIns="4961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9204" y="5670315"/>
            <a:ext cx="1816205" cy="336407"/>
          </a:xfrm>
          <a:prstGeom prst="rect">
            <a:avLst/>
          </a:prstGeom>
          <a:noFill/>
        </p:spPr>
        <p:txBody>
          <a:bodyPr wrap="none" lIns="99220" tIns="49610" rIns="99220" bIns="4961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1395" y="4849807"/>
            <a:ext cx="2042356" cy="543387"/>
          </a:xfrm>
          <a:prstGeom prst="rect">
            <a:avLst/>
          </a:prstGeom>
          <a:noFill/>
        </p:spPr>
        <p:txBody>
          <a:bodyPr wrap="square" lIns="99220" tIns="49610" rIns="99220" bIns="4961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9498" y="4529076"/>
            <a:ext cx="1816205" cy="336407"/>
          </a:xfrm>
          <a:prstGeom prst="rect">
            <a:avLst/>
          </a:prstGeom>
          <a:noFill/>
        </p:spPr>
        <p:txBody>
          <a:bodyPr wrap="none" lIns="99220" tIns="49610" rIns="99220" bIns="4961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49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49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49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49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99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99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99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99"/>
                            </p:stCondLst>
                            <p:childTnLst>
                              <p:par>
                                <p:cTn id="5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149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52"/>
          <p:cNvSpPr/>
          <p:nvPr/>
        </p:nvSpPr>
        <p:spPr>
          <a:xfrm>
            <a:off x="1201677" y="3045298"/>
            <a:ext cx="2417940" cy="2754755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20090" tIns="20090" rIns="20090" bIns="20090" anchor="ctr"/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Shape 1454"/>
          <p:cNvSpPr/>
          <p:nvPr/>
        </p:nvSpPr>
        <p:spPr>
          <a:xfrm>
            <a:off x="3888017" y="3045298"/>
            <a:ext cx="2417942" cy="2754755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20090" tIns="20090" rIns="20090" bIns="20090" anchor="ctr"/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Shape 1456"/>
          <p:cNvSpPr/>
          <p:nvPr/>
        </p:nvSpPr>
        <p:spPr>
          <a:xfrm>
            <a:off x="6552795" y="3045298"/>
            <a:ext cx="2417942" cy="2754755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20090" tIns="20090" rIns="20090" bIns="20090" anchor="ctr"/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Shape 1458"/>
          <p:cNvSpPr/>
          <p:nvPr/>
        </p:nvSpPr>
        <p:spPr>
          <a:xfrm>
            <a:off x="9239136" y="3045298"/>
            <a:ext cx="2417942" cy="2754755"/>
          </a:xfrm>
          <a:prstGeom prst="roundRect">
            <a:avLst>
              <a:gd name="adj" fmla="val 6924"/>
            </a:avLst>
          </a:prstGeom>
          <a:ln w="12700">
            <a:solidFill>
              <a:srgbClr val="A6AAA9"/>
            </a:solidFill>
            <a:miter lim="400000"/>
          </a:ln>
        </p:spPr>
        <p:txBody>
          <a:bodyPr lIns="20090" tIns="20090" rIns="20090" bIns="20090" anchor="ctr"/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Shape 1460"/>
          <p:cNvSpPr/>
          <p:nvPr/>
        </p:nvSpPr>
        <p:spPr>
          <a:xfrm>
            <a:off x="1520686" y="2160491"/>
            <a:ext cx="1779920" cy="177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0090" tIns="20090" rIns="20090" bIns="2009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" name="Group 20"/>
          <p:cNvGrpSpPr/>
          <p:nvPr/>
        </p:nvGrpSpPr>
        <p:grpSpPr>
          <a:xfrm>
            <a:off x="1444508" y="2202919"/>
            <a:ext cx="499886" cy="499886"/>
            <a:chOff x="1369087" y="2088729"/>
            <a:chExt cx="474017" cy="474016"/>
          </a:xfrm>
        </p:grpSpPr>
        <p:sp>
          <p:nvSpPr>
            <p:cNvPr id="8" name="Shape 1463"/>
            <p:cNvSpPr/>
            <p:nvPr/>
          </p:nvSpPr>
          <p:spPr>
            <a:xfrm>
              <a:off x="1369087" y="2088729"/>
              <a:ext cx="474017" cy="474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>
              <a:miter lim="400000"/>
            </a:ln>
          </p:spPr>
          <p:txBody>
            <a:bodyPr lIns="26787" tIns="26787" rIns="26787" bIns="26787" anchor="ctr"/>
            <a:lstStyle/>
            <a:p>
              <a:pPr lvl="0">
                <a:lnSpc>
                  <a:spcPct val="120000"/>
                </a:lnSpc>
              </a:pPr>
              <a:endParaRPr sz="183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Shape 1464"/>
            <p:cNvSpPr/>
            <p:nvPr/>
          </p:nvSpPr>
          <p:spPr>
            <a:xfrm>
              <a:off x="1477567" y="2232573"/>
              <a:ext cx="23165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lnSpc>
                  <a:spcPct val="120000"/>
                </a:lnSpc>
              </a:pPr>
              <a:endParaRPr sz="183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0" name="Shape 1465"/>
          <p:cNvSpPr/>
          <p:nvPr/>
        </p:nvSpPr>
        <p:spPr>
          <a:xfrm>
            <a:off x="4207029" y="2160491"/>
            <a:ext cx="1779920" cy="177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20090" tIns="20090" rIns="20090" bIns="2009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Shape 1468"/>
          <p:cNvSpPr/>
          <p:nvPr/>
        </p:nvSpPr>
        <p:spPr>
          <a:xfrm>
            <a:off x="6890651" y="2160634"/>
            <a:ext cx="1776273" cy="1776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20090" tIns="20090" rIns="20090" bIns="2009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Shape 1471"/>
          <p:cNvSpPr/>
          <p:nvPr/>
        </p:nvSpPr>
        <p:spPr>
          <a:xfrm>
            <a:off x="9581537" y="2162312"/>
            <a:ext cx="1776273" cy="1776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0090" tIns="20090" rIns="20090" bIns="2009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" name="Group 32"/>
          <p:cNvGrpSpPr/>
          <p:nvPr/>
        </p:nvGrpSpPr>
        <p:grpSpPr>
          <a:xfrm>
            <a:off x="4120487" y="2202917"/>
            <a:ext cx="499886" cy="499886"/>
            <a:chOff x="3906591" y="2088732"/>
            <a:chExt cx="474017" cy="474017"/>
          </a:xfrm>
        </p:grpSpPr>
        <p:sp>
          <p:nvSpPr>
            <p:cNvPr id="14" name="Shape 1474"/>
            <p:cNvSpPr/>
            <p:nvPr/>
          </p:nvSpPr>
          <p:spPr>
            <a:xfrm>
              <a:off x="3906591" y="2088732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>
              <a:miter lim="400000"/>
            </a:ln>
          </p:spPr>
          <p:txBody>
            <a:bodyPr lIns="26787" tIns="26787" rIns="26787" bIns="26787" anchor="ctr"/>
            <a:lstStyle/>
            <a:p>
              <a:pPr lvl="0">
                <a:lnSpc>
                  <a:spcPct val="120000"/>
                </a:lnSpc>
              </a:pPr>
              <a:endParaRPr sz="183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15" name="Group 1479"/>
            <p:cNvGrpSpPr/>
            <p:nvPr/>
          </p:nvGrpSpPr>
          <p:grpSpPr>
            <a:xfrm>
              <a:off x="4031314" y="2211790"/>
              <a:ext cx="199171" cy="186335"/>
              <a:chOff x="0" y="0"/>
              <a:chExt cx="398340" cy="372667"/>
            </a:xfrm>
          </p:grpSpPr>
          <p:sp>
            <p:nvSpPr>
              <p:cNvPr id="16" name="Shape 1477"/>
              <p:cNvSpPr/>
              <p:nvPr/>
            </p:nvSpPr>
            <p:spPr>
              <a:xfrm>
                <a:off x="0" y="0"/>
                <a:ext cx="346395" cy="2419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1420" extrusionOk="0">
                    <a:moveTo>
                      <a:pt x="21474" y="11049"/>
                    </a:moveTo>
                    <a:lnTo>
                      <a:pt x="18909" y="958"/>
                    </a:lnTo>
                    <a:cubicBezTo>
                      <a:pt x="18720" y="217"/>
                      <a:pt x="18164" y="-180"/>
                      <a:pt x="17669" y="79"/>
                    </a:cubicBezTo>
                    <a:lnTo>
                      <a:pt x="618" y="8962"/>
                    </a:lnTo>
                    <a:cubicBezTo>
                      <a:pt x="123" y="9221"/>
                      <a:pt x="-126" y="10036"/>
                      <a:pt x="64" y="10782"/>
                    </a:cubicBezTo>
                    <a:lnTo>
                      <a:pt x="2769" y="21420"/>
                    </a:lnTo>
                    <a:lnTo>
                      <a:pt x="2769" y="15715"/>
                    </a:lnTo>
                    <a:cubicBezTo>
                      <a:pt x="2769" y="13145"/>
                      <a:pt x="4209" y="11049"/>
                      <a:pt x="5979" y="11049"/>
                    </a:cubicBezTo>
                    <a:lnTo>
                      <a:pt x="10484" y="11049"/>
                    </a:lnTo>
                    <a:lnTo>
                      <a:pt x="15858" y="5663"/>
                    </a:lnTo>
                    <a:lnTo>
                      <a:pt x="18967" y="11049"/>
                    </a:lnTo>
                    <a:cubicBezTo>
                      <a:pt x="18967" y="11049"/>
                      <a:pt x="21474" y="11049"/>
                      <a:pt x="21474" y="11049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endParaRPr sz="183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Shape 1478"/>
              <p:cNvSpPr/>
              <p:nvPr/>
            </p:nvSpPr>
            <p:spPr>
              <a:xfrm>
                <a:off x="74826" y="149651"/>
                <a:ext cx="323515" cy="2230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71" y="0"/>
                    </a:moveTo>
                    <a:lnTo>
                      <a:pt x="1028" y="0"/>
                    </a:lnTo>
                    <a:cubicBezTo>
                      <a:pt x="460" y="0"/>
                      <a:pt x="0" y="708"/>
                      <a:pt x="0" y="1571"/>
                    </a:cubicBezTo>
                    <a:lnTo>
                      <a:pt x="0" y="20029"/>
                    </a:lnTo>
                    <a:cubicBezTo>
                      <a:pt x="0" y="20897"/>
                      <a:pt x="460" y="21600"/>
                      <a:pt x="1028" y="21600"/>
                    </a:cubicBezTo>
                    <a:lnTo>
                      <a:pt x="20571" y="21600"/>
                    </a:lnTo>
                    <a:cubicBezTo>
                      <a:pt x="21140" y="21600"/>
                      <a:pt x="21600" y="20897"/>
                      <a:pt x="21600" y="20029"/>
                    </a:cubicBezTo>
                    <a:lnTo>
                      <a:pt x="21600" y="1571"/>
                    </a:lnTo>
                    <a:cubicBezTo>
                      <a:pt x="21600" y="708"/>
                      <a:pt x="21140" y="0"/>
                      <a:pt x="2057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endParaRPr sz="183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8" name="Group 40"/>
          <p:cNvGrpSpPr/>
          <p:nvPr/>
        </p:nvGrpSpPr>
        <p:grpSpPr>
          <a:xfrm>
            <a:off x="9486543" y="2202918"/>
            <a:ext cx="499886" cy="499886"/>
            <a:chOff x="8994965" y="2088733"/>
            <a:chExt cx="474017" cy="474017"/>
          </a:xfrm>
        </p:grpSpPr>
        <p:sp>
          <p:nvSpPr>
            <p:cNvPr id="19" name="Shape 1476"/>
            <p:cNvSpPr/>
            <p:nvPr/>
          </p:nvSpPr>
          <p:spPr>
            <a:xfrm>
              <a:off x="8994965" y="2088733"/>
              <a:ext cx="474017" cy="47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26787" tIns="26787" rIns="26787" bIns="26787" anchor="ctr"/>
            <a:lstStyle/>
            <a:p>
              <a:pPr lvl="0">
                <a:lnSpc>
                  <a:spcPct val="120000"/>
                </a:lnSpc>
              </a:pPr>
              <a:endParaRPr sz="183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Shape 1481"/>
            <p:cNvSpPr/>
            <p:nvPr/>
          </p:nvSpPr>
          <p:spPr>
            <a:xfrm>
              <a:off x="9132223" y="2211790"/>
              <a:ext cx="194606" cy="18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lnSpc>
                  <a:spcPct val="120000"/>
                </a:lnSpc>
              </a:pPr>
              <a:endParaRPr sz="183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1" name="Text Placeholder 5"/>
          <p:cNvSpPr txBox="1"/>
          <p:nvPr/>
        </p:nvSpPr>
        <p:spPr>
          <a:xfrm>
            <a:off x="1686968" y="2844801"/>
            <a:ext cx="1379668" cy="4113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Text Placeholder 6"/>
          <p:cNvSpPr txBox="1"/>
          <p:nvPr/>
        </p:nvSpPr>
        <p:spPr>
          <a:xfrm>
            <a:off x="1326998" y="4227175"/>
            <a:ext cx="2166124" cy="1196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Text Placeholder 5"/>
          <p:cNvSpPr txBox="1"/>
          <p:nvPr/>
        </p:nvSpPr>
        <p:spPr>
          <a:xfrm>
            <a:off x="4491131" y="2844801"/>
            <a:ext cx="1283156" cy="411304"/>
          </a:xfrm>
          <a:prstGeom prst="rect">
            <a:avLst/>
          </a:prstGeom>
        </p:spPr>
        <p:txBody>
          <a:bodyPr vert="horz" lIns="0" tIns="0" rIns="0" bIns="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 Placeholder 5"/>
          <p:cNvSpPr txBox="1"/>
          <p:nvPr/>
        </p:nvSpPr>
        <p:spPr>
          <a:xfrm>
            <a:off x="9863815" y="2844801"/>
            <a:ext cx="1283156" cy="411304"/>
          </a:xfrm>
          <a:prstGeom prst="rect">
            <a:avLst/>
          </a:prstGeom>
        </p:spPr>
        <p:txBody>
          <a:bodyPr vert="horz" lIns="0" tIns="0" rIns="0" bIns="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 Placeholder 6"/>
          <p:cNvSpPr txBox="1"/>
          <p:nvPr/>
        </p:nvSpPr>
        <p:spPr>
          <a:xfrm>
            <a:off x="4139834" y="4227175"/>
            <a:ext cx="1914307" cy="11960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Text Placeholder 6"/>
          <p:cNvSpPr txBox="1"/>
          <p:nvPr/>
        </p:nvSpPr>
        <p:spPr>
          <a:xfrm>
            <a:off x="6816385" y="4227175"/>
            <a:ext cx="1914307" cy="11960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Text Placeholder 6"/>
          <p:cNvSpPr txBox="1"/>
          <p:nvPr/>
        </p:nvSpPr>
        <p:spPr>
          <a:xfrm>
            <a:off x="9512518" y="4227175"/>
            <a:ext cx="1914307" cy="11960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Text Placeholder 5"/>
          <p:cNvSpPr txBox="1"/>
          <p:nvPr/>
        </p:nvSpPr>
        <p:spPr>
          <a:xfrm>
            <a:off x="7167680" y="2844801"/>
            <a:ext cx="1283156" cy="411304"/>
          </a:xfrm>
          <a:prstGeom prst="rect">
            <a:avLst/>
          </a:prstGeom>
        </p:spPr>
        <p:txBody>
          <a:bodyPr vert="horz" lIns="0" tIns="0" rIns="0" bIns="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Shape 1475"/>
          <p:cNvSpPr/>
          <p:nvPr/>
        </p:nvSpPr>
        <p:spPr>
          <a:xfrm>
            <a:off x="6803515" y="2202917"/>
            <a:ext cx="499886" cy="4998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>
            <a:miter lim="400000"/>
          </a:ln>
        </p:spPr>
        <p:txBody>
          <a:bodyPr lIns="20090" tIns="20090" rIns="20090" bIns="20090" anchor="ctr"/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Shape 1480"/>
          <p:cNvSpPr/>
          <p:nvPr/>
        </p:nvSpPr>
        <p:spPr>
          <a:xfrm>
            <a:off x="6954860" y="2332692"/>
            <a:ext cx="196517" cy="1965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43" y="20435"/>
                </a:moveTo>
                <a:cubicBezTo>
                  <a:pt x="17964" y="20435"/>
                  <a:pt x="17252" y="19721"/>
                  <a:pt x="17252" y="18844"/>
                </a:cubicBezTo>
                <a:cubicBezTo>
                  <a:pt x="17252" y="17964"/>
                  <a:pt x="17964" y="17253"/>
                  <a:pt x="18843" y="17253"/>
                </a:cubicBezTo>
                <a:cubicBezTo>
                  <a:pt x="19721" y="17253"/>
                  <a:pt x="20434" y="17964"/>
                  <a:pt x="20434" y="18844"/>
                </a:cubicBezTo>
                <a:cubicBezTo>
                  <a:pt x="20434" y="19721"/>
                  <a:pt x="19721" y="20435"/>
                  <a:pt x="18843" y="20435"/>
                </a:cubicBezTo>
                <a:close/>
                <a:moveTo>
                  <a:pt x="12390" y="18844"/>
                </a:moveTo>
                <a:cubicBezTo>
                  <a:pt x="12390" y="19721"/>
                  <a:pt x="11679" y="20435"/>
                  <a:pt x="10801" y="20435"/>
                </a:cubicBezTo>
                <a:cubicBezTo>
                  <a:pt x="9922" y="20435"/>
                  <a:pt x="9210" y="19721"/>
                  <a:pt x="9210" y="18844"/>
                </a:cubicBezTo>
                <a:cubicBezTo>
                  <a:pt x="9210" y="17964"/>
                  <a:pt x="9922" y="17253"/>
                  <a:pt x="10801" y="17253"/>
                </a:cubicBezTo>
                <a:cubicBezTo>
                  <a:pt x="11679" y="17253"/>
                  <a:pt x="12390" y="17964"/>
                  <a:pt x="12390" y="18844"/>
                </a:cubicBezTo>
                <a:close/>
                <a:moveTo>
                  <a:pt x="9210" y="2756"/>
                </a:moveTo>
                <a:cubicBezTo>
                  <a:pt x="9210" y="1879"/>
                  <a:pt x="9922" y="1165"/>
                  <a:pt x="10801" y="1165"/>
                </a:cubicBezTo>
                <a:cubicBezTo>
                  <a:pt x="11679" y="1165"/>
                  <a:pt x="12390" y="1879"/>
                  <a:pt x="12390" y="2756"/>
                </a:cubicBezTo>
                <a:cubicBezTo>
                  <a:pt x="12390" y="3636"/>
                  <a:pt x="11679" y="4347"/>
                  <a:pt x="10801" y="4347"/>
                </a:cubicBezTo>
                <a:cubicBezTo>
                  <a:pt x="9922" y="4347"/>
                  <a:pt x="9210" y="3636"/>
                  <a:pt x="9210" y="2756"/>
                </a:cubicBezTo>
                <a:close/>
                <a:moveTo>
                  <a:pt x="4348" y="18844"/>
                </a:moveTo>
                <a:cubicBezTo>
                  <a:pt x="4348" y="19721"/>
                  <a:pt x="3636" y="20435"/>
                  <a:pt x="2757" y="20435"/>
                </a:cubicBezTo>
                <a:cubicBezTo>
                  <a:pt x="1879" y="20435"/>
                  <a:pt x="1168" y="19721"/>
                  <a:pt x="1168" y="18844"/>
                </a:cubicBezTo>
                <a:cubicBezTo>
                  <a:pt x="1168" y="17964"/>
                  <a:pt x="1879" y="17253"/>
                  <a:pt x="2757" y="17253"/>
                </a:cubicBezTo>
                <a:cubicBezTo>
                  <a:pt x="3636" y="17253"/>
                  <a:pt x="4348" y="17964"/>
                  <a:pt x="4348" y="18844"/>
                </a:cubicBezTo>
                <a:close/>
                <a:moveTo>
                  <a:pt x="19934" y="16312"/>
                </a:moveTo>
                <a:lnTo>
                  <a:pt x="19934" y="13672"/>
                </a:lnTo>
                <a:cubicBezTo>
                  <a:pt x="19934" y="12078"/>
                  <a:pt x="18879" y="9707"/>
                  <a:pt x="15971" y="9707"/>
                </a:cubicBezTo>
                <a:lnTo>
                  <a:pt x="13673" y="9707"/>
                </a:lnTo>
                <a:cubicBezTo>
                  <a:pt x="12050" y="9707"/>
                  <a:pt x="11899" y="8913"/>
                  <a:pt x="11892" y="8503"/>
                </a:cubicBezTo>
                <a:lnTo>
                  <a:pt x="11892" y="5288"/>
                </a:lnTo>
                <a:cubicBezTo>
                  <a:pt x="12872" y="4867"/>
                  <a:pt x="13558" y="3893"/>
                  <a:pt x="13558" y="2756"/>
                </a:cubicBezTo>
                <a:cubicBezTo>
                  <a:pt x="13558" y="1234"/>
                  <a:pt x="12323" y="0"/>
                  <a:pt x="10801" y="0"/>
                </a:cubicBezTo>
                <a:cubicBezTo>
                  <a:pt x="9277" y="0"/>
                  <a:pt x="8043" y="1234"/>
                  <a:pt x="8043" y="2756"/>
                </a:cubicBezTo>
                <a:cubicBezTo>
                  <a:pt x="8043" y="3893"/>
                  <a:pt x="8730" y="4867"/>
                  <a:pt x="9709" y="5288"/>
                </a:cubicBezTo>
                <a:lnTo>
                  <a:pt x="9709" y="8503"/>
                </a:lnTo>
                <a:cubicBezTo>
                  <a:pt x="9709" y="8799"/>
                  <a:pt x="9623" y="9707"/>
                  <a:pt x="7927" y="9707"/>
                </a:cubicBezTo>
                <a:lnTo>
                  <a:pt x="5631" y="9707"/>
                </a:lnTo>
                <a:cubicBezTo>
                  <a:pt x="2723" y="9707"/>
                  <a:pt x="1666" y="12078"/>
                  <a:pt x="1666" y="13672"/>
                </a:cubicBezTo>
                <a:lnTo>
                  <a:pt x="1666" y="16312"/>
                </a:lnTo>
                <a:cubicBezTo>
                  <a:pt x="686" y="16733"/>
                  <a:pt x="0" y="17707"/>
                  <a:pt x="0" y="18844"/>
                </a:cubicBezTo>
                <a:cubicBezTo>
                  <a:pt x="0" y="20366"/>
                  <a:pt x="1235" y="21600"/>
                  <a:pt x="2757" y="21600"/>
                </a:cubicBezTo>
                <a:cubicBezTo>
                  <a:pt x="4280" y="21600"/>
                  <a:pt x="5516" y="20366"/>
                  <a:pt x="5516" y="18844"/>
                </a:cubicBezTo>
                <a:cubicBezTo>
                  <a:pt x="5516" y="17707"/>
                  <a:pt x="4828" y="16733"/>
                  <a:pt x="3849" y="16312"/>
                </a:cubicBezTo>
                <a:lnTo>
                  <a:pt x="3849" y="13672"/>
                </a:lnTo>
                <a:cubicBezTo>
                  <a:pt x="3849" y="13376"/>
                  <a:pt x="3935" y="11890"/>
                  <a:pt x="5631" y="11890"/>
                </a:cubicBezTo>
                <a:lnTo>
                  <a:pt x="7927" y="11890"/>
                </a:lnTo>
                <a:cubicBezTo>
                  <a:pt x="8626" y="11890"/>
                  <a:pt x="9214" y="11785"/>
                  <a:pt x="9709" y="11608"/>
                </a:cubicBezTo>
                <a:lnTo>
                  <a:pt x="9709" y="16312"/>
                </a:lnTo>
                <a:cubicBezTo>
                  <a:pt x="8730" y="16733"/>
                  <a:pt x="8043" y="17707"/>
                  <a:pt x="8043" y="18844"/>
                </a:cubicBezTo>
                <a:cubicBezTo>
                  <a:pt x="8043" y="20366"/>
                  <a:pt x="9277" y="21600"/>
                  <a:pt x="10801" y="21600"/>
                </a:cubicBezTo>
                <a:cubicBezTo>
                  <a:pt x="12323" y="21600"/>
                  <a:pt x="13558" y="20366"/>
                  <a:pt x="13558" y="18844"/>
                </a:cubicBezTo>
                <a:cubicBezTo>
                  <a:pt x="13558" y="17707"/>
                  <a:pt x="12872" y="16733"/>
                  <a:pt x="11892" y="16312"/>
                </a:cubicBezTo>
                <a:lnTo>
                  <a:pt x="11892" y="11608"/>
                </a:lnTo>
                <a:cubicBezTo>
                  <a:pt x="12388" y="11785"/>
                  <a:pt x="12975" y="11890"/>
                  <a:pt x="13673" y="11890"/>
                </a:cubicBezTo>
                <a:lnTo>
                  <a:pt x="15971" y="11890"/>
                </a:lnTo>
                <a:cubicBezTo>
                  <a:pt x="17592" y="11890"/>
                  <a:pt x="17743" y="13263"/>
                  <a:pt x="17751" y="13672"/>
                </a:cubicBezTo>
                <a:lnTo>
                  <a:pt x="17751" y="16312"/>
                </a:lnTo>
                <a:cubicBezTo>
                  <a:pt x="16772" y="16733"/>
                  <a:pt x="16086" y="17707"/>
                  <a:pt x="16086" y="18844"/>
                </a:cubicBezTo>
                <a:cubicBezTo>
                  <a:pt x="16086" y="20366"/>
                  <a:pt x="17320" y="21600"/>
                  <a:pt x="18843" y="21600"/>
                </a:cubicBezTo>
                <a:cubicBezTo>
                  <a:pt x="20366" y="21600"/>
                  <a:pt x="21600" y="20366"/>
                  <a:pt x="21600" y="18844"/>
                </a:cubicBezTo>
                <a:cubicBezTo>
                  <a:pt x="21600" y="17707"/>
                  <a:pt x="20914" y="16733"/>
                  <a:pt x="19934" y="16312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</a:pPr>
            <a:endParaRPr sz="183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500"/>
                            </p:stCondLst>
                            <p:childTnLst>
                              <p:par>
                                <p:cTn id="9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21" grpId="0" build="p"/>
      <p:bldP spid="22" grpId="0" build="p"/>
      <p:bldP spid="23" grpId="0"/>
      <p:bldP spid="24" grpId="0"/>
      <p:bldP spid="25" grpId="0"/>
      <p:bldP spid="26" grpId="0"/>
      <p:bldP spid="27" grpId="0"/>
      <p:bldP spid="29" grpId="0"/>
      <p:bldP spid="30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7"/>
          <p:cNvGrpSpPr/>
          <p:nvPr/>
        </p:nvGrpSpPr>
        <p:grpSpPr bwMode="auto">
          <a:xfrm>
            <a:off x="8420587" y="2255458"/>
            <a:ext cx="4004745" cy="1775434"/>
            <a:chOff x="2872440" y="555224"/>
            <a:chExt cx="2846543" cy="1262781"/>
          </a:xfrm>
        </p:grpSpPr>
        <p:sp>
          <p:nvSpPr>
            <p:cNvPr id="21" name="文本框 66"/>
            <p:cNvSpPr txBox="1">
              <a:spLocks noChangeArrowheads="1"/>
            </p:cNvSpPr>
            <p:nvPr/>
          </p:nvSpPr>
          <p:spPr bwMode="auto">
            <a:xfrm>
              <a:off x="2904174" y="1373898"/>
              <a:ext cx="2814809" cy="44410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请替换文字内容，点击添加相关标题文字，修改文字内容，也可以直接复制你的内容到此。请替换文字内容，点击添加相关标题文字，修改文字内容，也可以直接复制你的内容到此。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29" name="文本框 13"/>
            <p:cNvSpPr txBox="1">
              <a:spLocks noChangeArrowheads="1"/>
            </p:cNvSpPr>
            <p:nvPr/>
          </p:nvSpPr>
          <p:spPr bwMode="auto">
            <a:xfrm>
              <a:off x="2872440" y="555224"/>
              <a:ext cx="1443851" cy="297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点击请替换文字内容</a:t>
              </a:r>
              <a:endParaRPr lang="zh-CN" alt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30" name="文本框 66"/>
            <p:cNvSpPr txBox="1">
              <a:spLocks noChangeArrowheads="1"/>
            </p:cNvSpPr>
            <p:nvPr/>
          </p:nvSpPr>
          <p:spPr bwMode="auto">
            <a:xfrm>
              <a:off x="2875615" y="880114"/>
              <a:ext cx="2572999" cy="186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100" dirty="0" smtClean="0">
                  <a:solidFill>
                    <a:schemeClr val="bg1">
                      <a:lumMod val="65000"/>
                    </a:schemeClr>
                  </a:solidFill>
                  <a:latin typeface="+mn-lt"/>
                  <a:ea typeface="SimSun-ExtB" panose="02010609060101010101" pitchFamily="49" charset="-122"/>
                  <a:cs typeface="Arial" panose="020B0604020202020204" pitchFamily="34" charset="0"/>
                </a:rPr>
                <a:t>CLICK PLEASE REPLACE THE WRITTEN CONTENT</a:t>
              </a:r>
              <a:endParaRPr lang="zh-CN" altLang="en-US" sz="1100" dirty="0">
                <a:solidFill>
                  <a:schemeClr val="bg1">
                    <a:lumMod val="65000"/>
                  </a:schemeClr>
                </a:solidFill>
                <a:latin typeface="+mn-lt"/>
                <a:ea typeface="SimSun-ExtB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2989856" y="1286573"/>
              <a:ext cx="287194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7996450" y="1"/>
            <a:ext cx="4861948" cy="1515732"/>
          </a:xfrm>
          <a:prstGeom prst="rect">
            <a:avLst/>
          </a:prstGeom>
          <a:blipFill dpi="0" rotWithShape="1">
            <a:blip r:embed="rId1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996450" y="5705758"/>
            <a:ext cx="4861948" cy="1515732"/>
          </a:xfrm>
          <a:prstGeom prst="rect">
            <a:avLst/>
          </a:prstGeom>
          <a:blipFill dpi="0" rotWithShape="1">
            <a:blip r:embed="rId2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7996450" y="1640741"/>
            <a:ext cx="4861948" cy="3931079"/>
          </a:xfrm>
          <a:custGeom>
            <a:avLst/>
            <a:gdLst>
              <a:gd name="connsiteX0" fmla="*/ 0 w 3457575"/>
              <a:gd name="connsiteY0" fmla="*/ 0 h 2796096"/>
              <a:gd name="connsiteX1" fmla="*/ 3457575 w 3457575"/>
              <a:gd name="connsiteY1" fmla="*/ 0 h 2796096"/>
              <a:gd name="connsiteX2" fmla="*/ 3457575 w 3457575"/>
              <a:gd name="connsiteY2" fmla="*/ 2796096 h 2796096"/>
              <a:gd name="connsiteX3" fmla="*/ 0 w 3457575"/>
              <a:gd name="connsiteY3" fmla="*/ 2796096 h 2796096"/>
              <a:gd name="connsiteX4" fmla="*/ 0 w 3457575"/>
              <a:gd name="connsiteY4" fmla="*/ 0 h 2796096"/>
              <a:gd name="connsiteX5" fmla="*/ 85726 w 3457575"/>
              <a:gd name="connsiteY5" fmla="*/ 86496 h 2796096"/>
              <a:gd name="connsiteX6" fmla="*/ 85726 w 3457575"/>
              <a:gd name="connsiteY6" fmla="*/ 2698618 h 2796096"/>
              <a:gd name="connsiteX7" fmla="*/ 3371852 w 3457575"/>
              <a:gd name="connsiteY7" fmla="*/ 2698618 h 2796096"/>
              <a:gd name="connsiteX8" fmla="*/ 3371852 w 3457575"/>
              <a:gd name="connsiteY8" fmla="*/ 86496 h 2796096"/>
              <a:gd name="connsiteX9" fmla="*/ 85726 w 3457575"/>
              <a:gd name="connsiteY9" fmla="*/ 86496 h 279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57575" h="2796096">
                <a:moveTo>
                  <a:pt x="0" y="0"/>
                </a:moveTo>
                <a:lnTo>
                  <a:pt x="3457575" y="0"/>
                </a:lnTo>
                <a:lnTo>
                  <a:pt x="3457575" y="2796096"/>
                </a:lnTo>
                <a:lnTo>
                  <a:pt x="0" y="2796096"/>
                </a:lnTo>
                <a:lnTo>
                  <a:pt x="0" y="0"/>
                </a:lnTo>
                <a:close/>
                <a:moveTo>
                  <a:pt x="85726" y="86496"/>
                </a:moveTo>
                <a:lnTo>
                  <a:pt x="85726" y="2698618"/>
                </a:lnTo>
                <a:lnTo>
                  <a:pt x="3371852" y="2698618"/>
                </a:lnTo>
                <a:lnTo>
                  <a:pt x="3371852" y="86496"/>
                </a:lnTo>
                <a:lnTo>
                  <a:pt x="85726" y="8649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4" name="组合 55"/>
          <p:cNvGrpSpPr/>
          <p:nvPr/>
        </p:nvGrpSpPr>
        <p:grpSpPr bwMode="auto">
          <a:xfrm>
            <a:off x="560662" y="1869507"/>
            <a:ext cx="6958076" cy="1165781"/>
            <a:chOff x="5125834" y="3831657"/>
            <a:chExt cx="4948441" cy="828896"/>
          </a:xfrm>
        </p:grpSpPr>
        <p:sp>
          <p:nvSpPr>
            <p:cNvPr id="57" name="文本框 66"/>
            <p:cNvSpPr txBox="1">
              <a:spLocks noChangeArrowheads="1"/>
            </p:cNvSpPr>
            <p:nvPr/>
          </p:nvSpPr>
          <p:spPr bwMode="auto">
            <a:xfrm>
              <a:off x="5175048" y="4216589"/>
              <a:ext cx="4899227" cy="44396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请替换文字内容，点击添加相关标题文字，修改文字内容，也可以直接复制你的内容到此。请替换文字内容，点击添加相关标题文字，修改文字内容，也可以直接复制你的内容到此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请替换文字内容，点击添加相关标题文字，修改文字内容，也可以直接复制你的内容到此。请替换文字内容，点击添加相关标题文字，修改文字内容，也可以直接复制你的内容到此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27" name="文本框 66"/>
            <p:cNvSpPr txBox="1">
              <a:spLocks noChangeArrowheads="1"/>
            </p:cNvSpPr>
            <p:nvPr/>
          </p:nvSpPr>
          <p:spPr bwMode="auto">
            <a:xfrm>
              <a:off x="5125834" y="3831657"/>
              <a:ext cx="1869231" cy="393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点击请替换文字内容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" name="十字形 6"/>
          <p:cNvSpPr/>
          <p:nvPr/>
        </p:nvSpPr>
        <p:spPr>
          <a:xfrm>
            <a:off x="8594706" y="4810607"/>
            <a:ext cx="388420" cy="388420"/>
          </a:xfrm>
          <a:prstGeom prst="plus">
            <a:avLst>
              <a:gd name="adj" fmla="val 41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5" name="组合 2"/>
          <p:cNvGrpSpPr/>
          <p:nvPr/>
        </p:nvGrpSpPr>
        <p:grpSpPr bwMode="auto">
          <a:xfrm>
            <a:off x="768264" y="4071717"/>
            <a:ext cx="5853089" cy="973283"/>
            <a:chOff x="546100" y="2895600"/>
            <a:chExt cx="4162425" cy="692704"/>
          </a:xfrm>
        </p:grpSpPr>
        <p:grpSp>
          <p:nvGrpSpPr>
            <p:cNvPr id="21520" name="组合 8"/>
            <p:cNvGrpSpPr/>
            <p:nvPr/>
          </p:nvGrpSpPr>
          <p:grpSpPr bwMode="auto">
            <a:xfrm>
              <a:off x="546100" y="2895600"/>
              <a:ext cx="692704" cy="692704"/>
              <a:chOff x="584200" y="2946400"/>
              <a:chExt cx="692704" cy="692704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584200" y="2946400"/>
                <a:ext cx="692150" cy="69270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/>
              </a:p>
            </p:txBody>
          </p:sp>
          <p:grpSp>
            <p:nvGrpSpPr>
              <p:cNvPr id="9" name="组合 67"/>
              <p:cNvGrpSpPr/>
              <p:nvPr/>
            </p:nvGrpSpPr>
            <p:grpSpPr bwMode="auto">
              <a:xfrm>
                <a:off x="724526" y="3119526"/>
                <a:ext cx="412052" cy="346452"/>
                <a:chOff x="7321551" y="763588"/>
                <a:chExt cx="1050925" cy="882650"/>
              </a:xfrm>
              <a:solidFill>
                <a:schemeClr val="bg1"/>
              </a:solidFill>
            </p:grpSpPr>
            <p:sp>
              <p:nvSpPr>
                <p:cNvPr id="69" name="Freeform 11"/>
                <p:cNvSpPr>
                  <a:spLocks noEditPoints="1"/>
                </p:cNvSpPr>
                <p:nvPr/>
              </p:nvSpPr>
              <p:spPr bwMode="auto">
                <a:xfrm>
                  <a:off x="7321551" y="763588"/>
                  <a:ext cx="744538" cy="704850"/>
                </a:xfrm>
                <a:custGeom>
                  <a:avLst/>
                  <a:gdLst>
                    <a:gd name="T0" fmla="*/ 86 w 90"/>
                    <a:gd name="T1" fmla="*/ 32 h 83"/>
                    <a:gd name="T2" fmla="*/ 90 w 90"/>
                    <a:gd name="T3" fmla="*/ 32 h 83"/>
                    <a:gd name="T4" fmla="*/ 45 w 90"/>
                    <a:gd name="T5" fmla="*/ 0 h 83"/>
                    <a:gd name="T6" fmla="*/ 0 w 90"/>
                    <a:gd name="T7" fmla="*/ 39 h 83"/>
                    <a:gd name="T8" fmla="*/ 18 w 90"/>
                    <a:gd name="T9" fmla="*/ 69 h 83"/>
                    <a:gd name="T10" fmla="*/ 13 w 90"/>
                    <a:gd name="T11" fmla="*/ 83 h 83"/>
                    <a:gd name="T12" fmla="*/ 29 w 90"/>
                    <a:gd name="T13" fmla="*/ 75 h 83"/>
                    <a:gd name="T14" fmla="*/ 45 w 90"/>
                    <a:gd name="T15" fmla="*/ 77 h 83"/>
                    <a:gd name="T16" fmla="*/ 49 w 90"/>
                    <a:gd name="T17" fmla="*/ 77 h 83"/>
                    <a:gd name="T18" fmla="*/ 48 w 90"/>
                    <a:gd name="T19" fmla="*/ 67 h 83"/>
                    <a:gd name="T20" fmla="*/ 86 w 90"/>
                    <a:gd name="T21" fmla="*/ 32 h 83"/>
                    <a:gd name="T22" fmla="*/ 62 w 90"/>
                    <a:gd name="T23" fmla="*/ 19 h 83"/>
                    <a:gd name="T24" fmla="*/ 67 w 90"/>
                    <a:gd name="T25" fmla="*/ 25 h 83"/>
                    <a:gd name="T26" fmla="*/ 62 w 90"/>
                    <a:gd name="T27" fmla="*/ 31 h 83"/>
                    <a:gd name="T28" fmla="*/ 55 w 90"/>
                    <a:gd name="T29" fmla="*/ 25 h 83"/>
                    <a:gd name="T30" fmla="*/ 62 w 90"/>
                    <a:gd name="T31" fmla="*/ 19 h 83"/>
                    <a:gd name="T32" fmla="*/ 30 w 90"/>
                    <a:gd name="T33" fmla="*/ 31 h 83"/>
                    <a:gd name="T34" fmla="*/ 23 w 90"/>
                    <a:gd name="T35" fmla="*/ 25 h 83"/>
                    <a:gd name="T36" fmla="*/ 30 w 90"/>
                    <a:gd name="T37" fmla="*/ 19 h 83"/>
                    <a:gd name="T38" fmla="*/ 36 w 90"/>
                    <a:gd name="T39" fmla="*/ 25 h 83"/>
                    <a:gd name="T40" fmla="*/ 30 w 90"/>
                    <a:gd name="T41" fmla="*/ 31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90" h="83">
                      <a:moveTo>
                        <a:pt x="86" y="32"/>
                      </a:moveTo>
                      <a:cubicBezTo>
                        <a:pt x="87" y="32"/>
                        <a:pt x="89" y="32"/>
                        <a:pt x="90" y="32"/>
                      </a:cubicBezTo>
                      <a:cubicBezTo>
                        <a:pt x="86" y="14"/>
                        <a:pt x="67" y="0"/>
                        <a:pt x="45" y="0"/>
                      </a:cubicBezTo>
                      <a:cubicBezTo>
                        <a:pt x="20" y="0"/>
                        <a:pt x="0" y="17"/>
                        <a:pt x="0" y="39"/>
                      </a:cubicBezTo>
                      <a:cubicBezTo>
                        <a:pt x="0" y="51"/>
                        <a:pt x="6" y="61"/>
                        <a:pt x="18" y="69"/>
                      </a:cubicBezTo>
                      <a:cubicBezTo>
                        <a:pt x="13" y="83"/>
                        <a:pt x="13" y="83"/>
                        <a:pt x="13" y="83"/>
                      </a:cubicBezTo>
                      <a:cubicBezTo>
                        <a:pt x="29" y="75"/>
                        <a:pt x="29" y="75"/>
                        <a:pt x="29" y="75"/>
                      </a:cubicBezTo>
                      <a:cubicBezTo>
                        <a:pt x="35" y="76"/>
                        <a:pt x="39" y="77"/>
                        <a:pt x="45" y="77"/>
                      </a:cubicBezTo>
                      <a:cubicBezTo>
                        <a:pt x="46" y="77"/>
                        <a:pt x="48" y="77"/>
                        <a:pt x="49" y="77"/>
                      </a:cubicBezTo>
                      <a:cubicBezTo>
                        <a:pt x="48" y="74"/>
                        <a:pt x="48" y="71"/>
                        <a:pt x="48" y="67"/>
                      </a:cubicBezTo>
                      <a:cubicBezTo>
                        <a:pt x="48" y="48"/>
                        <a:pt x="65" y="32"/>
                        <a:pt x="86" y="32"/>
                      </a:cubicBezTo>
                      <a:close/>
                      <a:moveTo>
                        <a:pt x="62" y="19"/>
                      </a:moveTo>
                      <a:cubicBezTo>
                        <a:pt x="65" y="19"/>
                        <a:pt x="67" y="22"/>
                        <a:pt x="67" y="25"/>
                      </a:cubicBezTo>
                      <a:cubicBezTo>
                        <a:pt x="67" y="29"/>
                        <a:pt x="65" y="31"/>
                        <a:pt x="62" y="31"/>
                      </a:cubicBezTo>
                      <a:cubicBezTo>
                        <a:pt x="58" y="31"/>
                        <a:pt x="55" y="29"/>
                        <a:pt x="55" y="25"/>
                      </a:cubicBezTo>
                      <a:cubicBezTo>
                        <a:pt x="55" y="22"/>
                        <a:pt x="58" y="19"/>
                        <a:pt x="62" y="19"/>
                      </a:cubicBezTo>
                      <a:close/>
                      <a:moveTo>
                        <a:pt x="30" y="31"/>
                      </a:moveTo>
                      <a:cubicBezTo>
                        <a:pt x="27" y="31"/>
                        <a:pt x="23" y="29"/>
                        <a:pt x="23" y="25"/>
                      </a:cubicBezTo>
                      <a:cubicBezTo>
                        <a:pt x="23" y="22"/>
                        <a:pt x="27" y="19"/>
                        <a:pt x="30" y="19"/>
                      </a:cubicBezTo>
                      <a:cubicBezTo>
                        <a:pt x="33" y="19"/>
                        <a:pt x="36" y="22"/>
                        <a:pt x="36" y="25"/>
                      </a:cubicBezTo>
                      <a:cubicBezTo>
                        <a:pt x="36" y="29"/>
                        <a:pt x="33" y="31"/>
                        <a:pt x="30" y="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900">
                    <a:latin typeface="+mn-lt"/>
                    <a:ea typeface="+mn-ea"/>
                  </a:endParaRPr>
                </a:p>
              </p:txBody>
            </p:sp>
            <p:sp>
              <p:nvSpPr>
                <p:cNvPr id="70" name="Freeform 12"/>
                <p:cNvSpPr>
                  <a:spLocks noEditPoints="1"/>
                </p:cNvSpPr>
                <p:nvPr/>
              </p:nvSpPr>
              <p:spPr bwMode="auto">
                <a:xfrm>
                  <a:off x="7735888" y="1052513"/>
                  <a:ext cx="636588" cy="593725"/>
                </a:xfrm>
                <a:custGeom>
                  <a:avLst/>
                  <a:gdLst>
                    <a:gd name="T0" fmla="*/ 77 w 77"/>
                    <a:gd name="T1" fmla="*/ 33 h 70"/>
                    <a:gd name="T2" fmla="*/ 39 w 77"/>
                    <a:gd name="T3" fmla="*/ 0 h 70"/>
                    <a:gd name="T4" fmla="*/ 0 w 77"/>
                    <a:gd name="T5" fmla="*/ 33 h 70"/>
                    <a:gd name="T6" fmla="*/ 39 w 77"/>
                    <a:gd name="T7" fmla="*/ 66 h 70"/>
                    <a:gd name="T8" fmla="*/ 52 w 77"/>
                    <a:gd name="T9" fmla="*/ 63 h 70"/>
                    <a:gd name="T10" fmla="*/ 65 w 77"/>
                    <a:gd name="T11" fmla="*/ 70 h 70"/>
                    <a:gd name="T12" fmla="*/ 61 w 77"/>
                    <a:gd name="T13" fmla="*/ 59 h 70"/>
                    <a:gd name="T14" fmla="*/ 77 w 77"/>
                    <a:gd name="T15" fmla="*/ 33 h 70"/>
                    <a:gd name="T16" fmla="*/ 26 w 77"/>
                    <a:gd name="T17" fmla="*/ 27 h 70"/>
                    <a:gd name="T18" fmla="*/ 22 w 77"/>
                    <a:gd name="T19" fmla="*/ 23 h 70"/>
                    <a:gd name="T20" fmla="*/ 26 w 77"/>
                    <a:gd name="T21" fmla="*/ 18 h 70"/>
                    <a:gd name="T22" fmla="*/ 32 w 77"/>
                    <a:gd name="T23" fmla="*/ 23 h 70"/>
                    <a:gd name="T24" fmla="*/ 26 w 77"/>
                    <a:gd name="T25" fmla="*/ 27 h 70"/>
                    <a:gd name="T26" fmla="*/ 51 w 77"/>
                    <a:gd name="T27" fmla="*/ 27 h 70"/>
                    <a:gd name="T28" fmla="*/ 47 w 77"/>
                    <a:gd name="T29" fmla="*/ 23 h 70"/>
                    <a:gd name="T30" fmla="*/ 51 w 77"/>
                    <a:gd name="T31" fmla="*/ 18 h 70"/>
                    <a:gd name="T32" fmla="*/ 57 w 77"/>
                    <a:gd name="T33" fmla="*/ 23 h 70"/>
                    <a:gd name="T34" fmla="*/ 51 w 77"/>
                    <a:gd name="T35" fmla="*/ 27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7" h="70">
                      <a:moveTo>
                        <a:pt x="77" y="33"/>
                      </a:moveTo>
                      <a:cubicBezTo>
                        <a:pt x="77" y="15"/>
                        <a:pt x="59" y="0"/>
                        <a:pt x="39" y="0"/>
                      </a:cubicBezTo>
                      <a:cubicBezTo>
                        <a:pt x="17" y="0"/>
                        <a:pt x="0" y="15"/>
                        <a:pt x="0" y="33"/>
                      </a:cubicBezTo>
                      <a:cubicBezTo>
                        <a:pt x="0" y="51"/>
                        <a:pt x="17" y="66"/>
                        <a:pt x="39" y="66"/>
                      </a:cubicBezTo>
                      <a:cubicBezTo>
                        <a:pt x="43" y="66"/>
                        <a:pt x="48" y="65"/>
                        <a:pt x="52" y="63"/>
                      </a:cubicBezTo>
                      <a:cubicBezTo>
                        <a:pt x="65" y="70"/>
                        <a:pt x="65" y="70"/>
                        <a:pt x="65" y="70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70" y="52"/>
                        <a:pt x="77" y="43"/>
                        <a:pt x="77" y="33"/>
                      </a:cubicBezTo>
                      <a:close/>
                      <a:moveTo>
                        <a:pt x="26" y="27"/>
                      </a:moveTo>
                      <a:cubicBezTo>
                        <a:pt x="24" y="27"/>
                        <a:pt x="22" y="25"/>
                        <a:pt x="22" y="23"/>
                      </a:cubicBezTo>
                      <a:cubicBezTo>
                        <a:pt x="22" y="21"/>
                        <a:pt x="24" y="18"/>
                        <a:pt x="26" y="18"/>
                      </a:cubicBezTo>
                      <a:cubicBezTo>
                        <a:pt x="30" y="18"/>
                        <a:pt x="32" y="21"/>
                        <a:pt x="32" y="23"/>
                      </a:cubicBezTo>
                      <a:cubicBezTo>
                        <a:pt x="32" y="25"/>
                        <a:pt x="30" y="27"/>
                        <a:pt x="26" y="27"/>
                      </a:cubicBezTo>
                      <a:close/>
                      <a:moveTo>
                        <a:pt x="51" y="27"/>
                      </a:moveTo>
                      <a:cubicBezTo>
                        <a:pt x="49" y="27"/>
                        <a:pt x="47" y="25"/>
                        <a:pt x="47" y="23"/>
                      </a:cubicBezTo>
                      <a:cubicBezTo>
                        <a:pt x="47" y="21"/>
                        <a:pt x="49" y="18"/>
                        <a:pt x="51" y="18"/>
                      </a:cubicBezTo>
                      <a:cubicBezTo>
                        <a:pt x="55" y="18"/>
                        <a:pt x="57" y="21"/>
                        <a:pt x="57" y="23"/>
                      </a:cubicBezTo>
                      <a:cubicBezTo>
                        <a:pt x="57" y="25"/>
                        <a:pt x="55" y="27"/>
                        <a:pt x="51" y="2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900"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21521" name="组合 71"/>
            <p:cNvGrpSpPr/>
            <p:nvPr/>
          </p:nvGrpSpPr>
          <p:grpSpPr bwMode="auto">
            <a:xfrm>
              <a:off x="1417435" y="2945159"/>
              <a:ext cx="3291090" cy="590697"/>
              <a:chOff x="5125835" y="3227734"/>
              <a:chExt cx="3291090" cy="590697"/>
            </a:xfrm>
          </p:grpSpPr>
          <p:sp>
            <p:nvSpPr>
              <p:cNvPr id="73" name="文本框 66"/>
              <p:cNvSpPr txBox="1">
                <a:spLocks noChangeArrowheads="1"/>
              </p:cNvSpPr>
              <p:nvPr/>
            </p:nvSpPr>
            <p:spPr bwMode="auto">
              <a:xfrm>
                <a:off x="5162550" y="3505462"/>
                <a:ext cx="3254375" cy="3129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请替换文字内容，点击添加相关标题文字，修改文字内容，也可以直接复制你的内容到此。请替换文字内容，点击添加相关标题文字，修改文字内容，也可以直接复制你的内容到此。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523" name="文本框 66"/>
              <p:cNvSpPr txBox="1">
                <a:spLocks noChangeArrowheads="1"/>
              </p:cNvSpPr>
              <p:nvPr/>
            </p:nvSpPr>
            <p:spPr bwMode="auto">
              <a:xfrm>
                <a:off x="5125835" y="3227734"/>
                <a:ext cx="1444577" cy="297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点击请替换文字内容</a:t>
                </a:r>
                <a:endParaRPr lang="zh-CN" altLang="en-US" sz="1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组合 3"/>
          <p:cNvGrpSpPr/>
          <p:nvPr/>
        </p:nvGrpSpPr>
        <p:grpSpPr bwMode="auto">
          <a:xfrm>
            <a:off x="768264" y="5339663"/>
            <a:ext cx="5853089" cy="973283"/>
            <a:chOff x="546100" y="3797300"/>
            <a:chExt cx="4162425" cy="692704"/>
          </a:xfrm>
        </p:grpSpPr>
        <p:grpSp>
          <p:nvGrpSpPr>
            <p:cNvPr id="21514" name="组合 9"/>
            <p:cNvGrpSpPr/>
            <p:nvPr/>
          </p:nvGrpSpPr>
          <p:grpSpPr bwMode="auto">
            <a:xfrm>
              <a:off x="546100" y="3797300"/>
              <a:ext cx="692704" cy="692704"/>
              <a:chOff x="584200" y="3848100"/>
              <a:chExt cx="692704" cy="692704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584200" y="3848100"/>
                <a:ext cx="692150" cy="69270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hangingPunct="0">
                  <a:defRPr/>
                </a:pPr>
                <a:endParaRPr lang="zh-CN" altLang="en-US"/>
              </a:p>
            </p:txBody>
          </p:sp>
          <p:grpSp>
            <p:nvGrpSpPr>
              <p:cNvPr id="13" name="组合 60"/>
              <p:cNvGrpSpPr/>
              <p:nvPr/>
            </p:nvGrpSpPr>
            <p:grpSpPr bwMode="auto">
              <a:xfrm>
                <a:off x="715724" y="4011754"/>
                <a:ext cx="448152" cy="357046"/>
                <a:chOff x="155576" y="754063"/>
                <a:chExt cx="1143000" cy="909638"/>
              </a:xfrm>
              <a:solidFill>
                <a:schemeClr val="bg1"/>
              </a:solidFill>
            </p:grpSpPr>
            <p:sp>
              <p:nvSpPr>
                <p:cNvPr id="62" name="Freeform 13"/>
                <p:cNvSpPr>
                  <a:spLocks noEditPoints="1"/>
                </p:cNvSpPr>
                <p:nvPr/>
              </p:nvSpPr>
              <p:spPr bwMode="auto">
                <a:xfrm>
                  <a:off x="155576" y="855663"/>
                  <a:ext cx="985838" cy="808038"/>
                </a:xfrm>
                <a:custGeom>
                  <a:avLst/>
                  <a:gdLst>
                    <a:gd name="T0" fmla="*/ 98 w 119"/>
                    <a:gd name="T1" fmla="*/ 40 h 95"/>
                    <a:gd name="T2" fmla="*/ 95 w 119"/>
                    <a:gd name="T3" fmla="*/ 36 h 95"/>
                    <a:gd name="T4" fmla="*/ 94 w 119"/>
                    <a:gd name="T5" fmla="*/ 22 h 95"/>
                    <a:gd name="T6" fmla="*/ 69 w 119"/>
                    <a:gd name="T7" fmla="*/ 23 h 95"/>
                    <a:gd name="T8" fmla="*/ 65 w 119"/>
                    <a:gd name="T9" fmla="*/ 16 h 95"/>
                    <a:gd name="T10" fmla="*/ 45 w 119"/>
                    <a:gd name="T11" fmla="*/ 6 h 95"/>
                    <a:gd name="T12" fmla="*/ 11 w 119"/>
                    <a:gd name="T13" fmla="*/ 34 h 95"/>
                    <a:gd name="T14" fmla="*/ 1 w 119"/>
                    <a:gd name="T15" fmla="*/ 60 h 95"/>
                    <a:gd name="T16" fmla="*/ 51 w 119"/>
                    <a:gd name="T17" fmla="*/ 93 h 95"/>
                    <a:gd name="T18" fmla="*/ 110 w 119"/>
                    <a:gd name="T19" fmla="*/ 67 h 95"/>
                    <a:gd name="T20" fmla="*/ 98 w 119"/>
                    <a:gd name="T21" fmla="*/ 40 h 95"/>
                    <a:gd name="T22" fmla="*/ 52 w 119"/>
                    <a:gd name="T23" fmla="*/ 86 h 95"/>
                    <a:gd name="T24" fmla="*/ 14 w 119"/>
                    <a:gd name="T25" fmla="*/ 62 h 95"/>
                    <a:gd name="T26" fmla="*/ 52 w 119"/>
                    <a:gd name="T27" fmla="*/ 35 h 95"/>
                    <a:gd name="T28" fmla="*/ 91 w 119"/>
                    <a:gd name="T29" fmla="*/ 57 h 95"/>
                    <a:gd name="T30" fmla="*/ 52 w 119"/>
                    <a:gd name="T31" fmla="*/ 86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9" h="95">
                      <a:moveTo>
                        <a:pt x="98" y="40"/>
                      </a:moveTo>
                      <a:cubicBezTo>
                        <a:pt x="93" y="39"/>
                        <a:pt x="95" y="36"/>
                        <a:pt x="95" y="36"/>
                      </a:cubicBezTo>
                      <a:cubicBezTo>
                        <a:pt x="95" y="36"/>
                        <a:pt x="100" y="28"/>
                        <a:pt x="94" y="22"/>
                      </a:cubicBezTo>
                      <a:cubicBezTo>
                        <a:pt x="87" y="14"/>
                        <a:pt x="69" y="23"/>
                        <a:pt x="69" y="23"/>
                      </a:cubicBezTo>
                      <a:cubicBezTo>
                        <a:pt x="62" y="25"/>
                        <a:pt x="64" y="22"/>
                        <a:pt x="65" y="16"/>
                      </a:cubicBezTo>
                      <a:cubicBezTo>
                        <a:pt x="65" y="10"/>
                        <a:pt x="63" y="0"/>
                        <a:pt x="45" y="6"/>
                      </a:cubicBezTo>
                      <a:cubicBezTo>
                        <a:pt x="26" y="12"/>
                        <a:pt x="11" y="34"/>
                        <a:pt x="11" y="34"/>
                      </a:cubicBezTo>
                      <a:cubicBezTo>
                        <a:pt x="0" y="49"/>
                        <a:pt x="1" y="60"/>
                        <a:pt x="1" y="60"/>
                      </a:cubicBezTo>
                      <a:cubicBezTo>
                        <a:pt x="4" y="85"/>
                        <a:pt x="30" y="91"/>
                        <a:pt x="51" y="93"/>
                      </a:cubicBezTo>
                      <a:cubicBezTo>
                        <a:pt x="72" y="95"/>
                        <a:pt x="102" y="86"/>
                        <a:pt x="110" y="67"/>
                      </a:cubicBezTo>
                      <a:cubicBezTo>
                        <a:pt x="119" y="48"/>
                        <a:pt x="103" y="41"/>
                        <a:pt x="98" y="40"/>
                      </a:cubicBezTo>
                      <a:close/>
                      <a:moveTo>
                        <a:pt x="52" y="86"/>
                      </a:moveTo>
                      <a:cubicBezTo>
                        <a:pt x="31" y="87"/>
                        <a:pt x="14" y="76"/>
                        <a:pt x="14" y="62"/>
                      </a:cubicBezTo>
                      <a:cubicBezTo>
                        <a:pt x="14" y="48"/>
                        <a:pt x="31" y="36"/>
                        <a:pt x="52" y="35"/>
                      </a:cubicBezTo>
                      <a:cubicBezTo>
                        <a:pt x="74" y="34"/>
                        <a:pt x="91" y="43"/>
                        <a:pt x="91" y="57"/>
                      </a:cubicBezTo>
                      <a:cubicBezTo>
                        <a:pt x="91" y="72"/>
                        <a:pt x="74" y="85"/>
                        <a:pt x="52" y="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900">
                    <a:latin typeface="+mn-lt"/>
                    <a:ea typeface="+mn-ea"/>
                  </a:endParaRPr>
                </a:p>
              </p:txBody>
            </p:sp>
            <p:sp>
              <p:nvSpPr>
                <p:cNvPr id="63" name="Freeform 14"/>
                <p:cNvSpPr>
                  <a:spLocks noEditPoints="1"/>
                </p:cNvSpPr>
                <p:nvPr/>
              </p:nvSpPr>
              <p:spPr bwMode="auto">
                <a:xfrm>
                  <a:off x="379413" y="1212850"/>
                  <a:ext cx="388938" cy="357188"/>
                </a:xfrm>
                <a:custGeom>
                  <a:avLst/>
                  <a:gdLst>
                    <a:gd name="T0" fmla="*/ 21 w 47"/>
                    <a:gd name="T1" fmla="*/ 3 h 42"/>
                    <a:gd name="T2" fmla="*/ 2 w 47"/>
                    <a:gd name="T3" fmla="*/ 25 h 42"/>
                    <a:gd name="T4" fmla="*/ 8 w 47"/>
                    <a:gd name="T5" fmla="*/ 35 h 42"/>
                    <a:gd name="T6" fmla="*/ 40 w 47"/>
                    <a:gd name="T7" fmla="*/ 29 h 42"/>
                    <a:gd name="T8" fmla="*/ 21 w 47"/>
                    <a:gd name="T9" fmla="*/ 3 h 42"/>
                    <a:gd name="T10" fmla="*/ 16 w 47"/>
                    <a:gd name="T11" fmla="*/ 31 h 42"/>
                    <a:gd name="T12" fmla="*/ 8 w 47"/>
                    <a:gd name="T13" fmla="*/ 26 h 42"/>
                    <a:gd name="T14" fmla="*/ 15 w 47"/>
                    <a:gd name="T15" fmla="*/ 19 h 42"/>
                    <a:gd name="T16" fmla="*/ 23 w 47"/>
                    <a:gd name="T17" fmla="*/ 24 h 42"/>
                    <a:gd name="T18" fmla="*/ 16 w 47"/>
                    <a:gd name="T19" fmla="*/ 31 h 42"/>
                    <a:gd name="T20" fmla="*/ 28 w 47"/>
                    <a:gd name="T21" fmla="*/ 20 h 42"/>
                    <a:gd name="T22" fmla="*/ 25 w 47"/>
                    <a:gd name="T23" fmla="*/ 20 h 42"/>
                    <a:gd name="T24" fmla="*/ 26 w 47"/>
                    <a:gd name="T25" fmla="*/ 16 h 42"/>
                    <a:gd name="T26" fmla="*/ 30 w 47"/>
                    <a:gd name="T27" fmla="*/ 16 h 42"/>
                    <a:gd name="T28" fmla="*/ 28 w 47"/>
                    <a:gd name="T29" fmla="*/ 2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42">
                      <a:moveTo>
                        <a:pt x="21" y="3"/>
                      </a:moveTo>
                      <a:cubicBezTo>
                        <a:pt x="0" y="5"/>
                        <a:pt x="2" y="25"/>
                        <a:pt x="2" y="25"/>
                      </a:cubicBezTo>
                      <a:cubicBezTo>
                        <a:pt x="2" y="25"/>
                        <a:pt x="2" y="32"/>
                        <a:pt x="8" y="35"/>
                      </a:cubicBezTo>
                      <a:cubicBezTo>
                        <a:pt x="21" y="42"/>
                        <a:pt x="33" y="38"/>
                        <a:pt x="40" y="29"/>
                      </a:cubicBezTo>
                      <a:cubicBezTo>
                        <a:pt x="47" y="21"/>
                        <a:pt x="43" y="0"/>
                        <a:pt x="21" y="3"/>
                      </a:cubicBezTo>
                      <a:close/>
                      <a:moveTo>
                        <a:pt x="16" y="31"/>
                      </a:moveTo>
                      <a:cubicBezTo>
                        <a:pt x="12" y="31"/>
                        <a:pt x="8" y="29"/>
                        <a:pt x="8" y="26"/>
                      </a:cubicBezTo>
                      <a:cubicBezTo>
                        <a:pt x="8" y="22"/>
                        <a:pt x="11" y="19"/>
                        <a:pt x="15" y="19"/>
                      </a:cubicBezTo>
                      <a:cubicBezTo>
                        <a:pt x="20" y="18"/>
                        <a:pt x="23" y="21"/>
                        <a:pt x="23" y="24"/>
                      </a:cubicBezTo>
                      <a:cubicBezTo>
                        <a:pt x="23" y="27"/>
                        <a:pt x="20" y="31"/>
                        <a:pt x="16" y="31"/>
                      </a:cubicBezTo>
                      <a:close/>
                      <a:moveTo>
                        <a:pt x="28" y="20"/>
                      </a:moveTo>
                      <a:cubicBezTo>
                        <a:pt x="27" y="21"/>
                        <a:pt x="25" y="21"/>
                        <a:pt x="25" y="20"/>
                      </a:cubicBezTo>
                      <a:cubicBezTo>
                        <a:pt x="24" y="19"/>
                        <a:pt x="24" y="17"/>
                        <a:pt x="26" y="16"/>
                      </a:cubicBezTo>
                      <a:cubicBezTo>
                        <a:pt x="27" y="15"/>
                        <a:pt x="29" y="15"/>
                        <a:pt x="30" y="16"/>
                      </a:cubicBezTo>
                      <a:cubicBezTo>
                        <a:pt x="30" y="17"/>
                        <a:pt x="30" y="19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900">
                    <a:latin typeface="+mn-lt"/>
                    <a:ea typeface="+mn-ea"/>
                  </a:endParaRPr>
                </a:p>
              </p:txBody>
            </p:sp>
            <p:sp>
              <p:nvSpPr>
                <p:cNvPr id="64" name="Freeform 15"/>
                <p:cNvSpPr/>
                <p:nvPr/>
              </p:nvSpPr>
              <p:spPr bwMode="auto">
                <a:xfrm>
                  <a:off x="892176" y="890588"/>
                  <a:ext cx="215900" cy="228600"/>
                </a:xfrm>
                <a:custGeom>
                  <a:avLst/>
                  <a:gdLst>
                    <a:gd name="T0" fmla="*/ 20 w 26"/>
                    <a:gd name="T1" fmla="*/ 27 h 27"/>
                    <a:gd name="T2" fmla="*/ 23 w 26"/>
                    <a:gd name="T3" fmla="*/ 24 h 27"/>
                    <a:gd name="T4" fmla="*/ 23 w 26"/>
                    <a:gd name="T5" fmla="*/ 24 h 27"/>
                    <a:gd name="T6" fmla="*/ 4 w 26"/>
                    <a:gd name="T7" fmla="*/ 4 h 27"/>
                    <a:gd name="T8" fmla="*/ 0 w 26"/>
                    <a:gd name="T9" fmla="*/ 8 h 27"/>
                    <a:gd name="T10" fmla="*/ 4 w 26"/>
                    <a:gd name="T11" fmla="*/ 11 h 27"/>
                    <a:gd name="T12" fmla="*/ 16 w 26"/>
                    <a:gd name="T13" fmla="*/ 23 h 27"/>
                    <a:gd name="T14" fmla="*/ 20 w 26"/>
                    <a:gd name="T15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6" h="27">
                      <a:moveTo>
                        <a:pt x="20" y="27"/>
                      </a:moveTo>
                      <a:cubicBezTo>
                        <a:pt x="21" y="27"/>
                        <a:pt x="23" y="26"/>
                        <a:pt x="23" y="24"/>
                      </a:cubicBezTo>
                      <a:cubicBezTo>
                        <a:pt x="23" y="24"/>
                        <a:pt x="23" y="24"/>
                        <a:pt x="23" y="24"/>
                      </a:cubicBezTo>
                      <a:cubicBezTo>
                        <a:pt x="26" y="0"/>
                        <a:pt x="4" y="4"/>
                        <a:pt x="4" y="4"/>
                      </a:cubicBezTo>
                      <a:cubicBezTo>
                        <a:pt x="2" y="4"/>
                        <a:pt x="0" y="6"/>
                        <a:pt x="0" y="8"/>
                      </a:cubicBezTo>
                      <a:cubicBezTo>
                        <a:pt x="0" y="10"/>
                        <a:pt x="2" y="11"/>
                        <a:pt x="4" y="11"/>
                      </a:cubicBezTo>
                      <a:cubicBezTo>
                        <a:pt x="19" y="8"/>
                        <a:pt x="16" y="23"/>
                        <a:pt x="16" y="23"/>
                      </a:cubicBezTo>
                      <a:cubicBezTo>
                        <a:pt x="16" y="25"/>
                        <a:pt x="18" y="27"/>
                        <a:pt x="20" y="2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900">
                    <a:latin typeface="+mn-lt"/>
                    <a:ea typeface="+mn-ea"/>
                  </a:endParaRPr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850901" y="754063"/>
                  <a:ext cx="447675" cy="425450"/>
                </a:xfrm>
                <a:custGeom>
                  <a:avLst/>
                  <a:gdLst>
                    <a:gd name="T0" fmla="*/ 22 w 54"/>
                    <a:gd name="T1" fmla="*/ 2 h 50"/>
                    <a:gd name="T2" fmla="*/ 4 w 54"/>
                    <a:gd name="T3" fmla="*/ 2 h 50"/>
                    <a:gd name="T4" fmla="*/ 4 w 54"/>
                    <a:gd name="T5" fmla="*/ 2 h 50"/>
                    <a:gd name="T6" fmla="*/ 4 w 54"/>
                    <a:gd name="T7" fmla="*/ 2 h 50"/>
                    <a:gd name="T8" fmla="*/ 0 w 54"/>
                    <a:gd name="T9" fmla="*/ 7 h 50"/>
                    <a:gd name="T10" fmla="*/ 5 w 54"/>
                    <a:gd name="T11" fmla="*/ 12 h 50"/>
                    <a:gd name="T12" fmla="*/ 10 w 54"/>
                    <a:gd name="T13" fmla="*/ 11 h 50"/>
                    <a:gd name="T14" fmla="*/ 35 w 54"/>
                    <a:gd name="T15" fmla="*/ 24 h 50"/>
                    <a:gd name="T16" fmla="*/ 37 w 54"/>
                    <a:gd name="T17" fmla="*/ 41 h 50"/>
                    <a:gd name="T18" fmla="*/ 36 w 54"/>
                    <a:gd name="T19" fmla="*/ 46 h 50"/>
                    <a:gd name="T20" fmla="*/ 41 w 54"/>
                    <a:gd name="T21" fmla="*/ 50 h 50"/>
                    <a:gd name="T22" fmla="*/ 46 w 54"/>
                    <a:gd name="T23" fmla="*/ 46 h 50"/>
                    <a:gd name="T24" fmla="*/ 46 w 54"/>
                    <a:gd name="T25" fmla="*/ 46 h 50"/>
                    <a:gd name="T26" fmla="*/ 22 w 54"/>
                    <a:gd name="T27" fmla="*/ 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54" h="50">
                      <a:moveTo>
                        <a:pt x="22" y="2"/>
                      </a:moveTo>
                      <a:cubicBezTo>
                        <a:pt x="14" y="0"/>
                        <a:pt x="7" y="1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2" y="3"/>
                        <a:pt x="0" y="5"/>
                        <a:pt x="0" y="7"/>
                      </a:cubicBezTo>
                      <a:cubicBezTo>
                        <a:pt x="0" y="10"/>
                        <a:pt x="2" y="12"/>
                        <a:pt x="5" y="12"/>
                      </a:cubicBezTo>
                      <a:cubicBezTo>
                        <a:pt x="5" y="12"/>
                        <a:pt x="8" y="12"/>
                        <a:pt x="10" y="11"/>
                      </a:cubicBezTo>
                      <a:cubicBezTo>
                        <a:pt x="12" y="10"/>
                        <a:pt x="27" y="11"/>
                        <a:pt x="35" y="24"/>
                      </a:cubicBezTo>
                      <a:cubicBezTo>
                        <a:pt x="39" y="33"/>
                        <a:pt x="37" y="40"/>
                        <a:pt x="37" y="41"/>
                      </a:cubicBezTo>
                      <a:cubicBezTo>
                        <a:pt x="37" y="41"/>
                        <a:pt x="36" y="43"/>
                        <a:pt x="36" y="46"/>
                      </a:cubicBezTo>
                      <a:cubicBezTo>
                        <a:pt x="36" y="49"/>
                        <a:pt x="38" y="50"/>
                        <a:pt x="41" y="50"/>
                      </a:cubicBezTo>
                      <a:cubicBezTo>
                        <a:pt x="43" y="50"/>
                        <a:pt x="45" y="50"/>
                        <a:pt x="46" y="46"/>
                      </a:cubicBezTo>
                      <a:cubicBezTo>
                        <a:pt x="46" y="46"/>
                        <a:pt x="46" y="46"/>
                        <a:pt x="46" y="46"/>
                      </a:cubicBezTo>
                      <a:cubicBezTo>
                        <a:pt x="54" y="18"/>
                        <a:pt x="36" y="5"/>
                        <a:pt x="22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900"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21515" name="组合 74"/>
            <p:cNvGrpSpPr/>
            <p:nvPr/>
          </p:nvGrpSpPr>
          <p:grpSpPr bwMode="auto">
            <a:xfrm>
              <a:off x="1417435" y="3846859"/>
              <a:ext cx="3291090" cy="590697"/>
              <a:chOff x="5125835" y="3227734"/>
              <a:chExt cx="3291090" cy="590697"/>
            </a:xfrm>
          </p:grpSpPr>
          <p:sp>
            <p:nvSpPr>
              <p:cNvPr id="76" name="文本框 66"/>
              <p:cNvSpPr txBox="1">
                <a:spLocks noChangeArrowheads="1"/>
              </p:cNvSpPr>
              <p:nvPr/>
            </p:nvSpPr>
            <p:spPr bwMode="auto">
              <a:xfrm>
                <a:off x="5162550" y="3505462"/>
                <a:ext cx="3254375" cy="3129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请替换文字内容，点击添加相关标题文字，修改文字内容，也可以直接复制你的内容到此。请替换文字内容，点击添加相关标题文字，修改文字内容，也可以直接复制你的内容到此。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517" name="文本框 66"/>
              <p:cNvSpPr txBox="1">
                <a:spLocks noChangeArrowheads="1"/>
              </p:cNvSpPr>
              <p:nvPr/>
            </p:nvSpPr>
            <p:spPr bwMode="auto">
              <a:xfrm>
                <a:off x="5125835" y="3227734"/>
                <a:ext cx="1444577" cy="297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点击请替换文字内容</a:t>
                </a:r>
                <a:endParaRPr lang="zh-CN" altLang="en-US" sz="1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4" name="矩形 33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H_Other_1"/>
          <p:cNvSpPr/>
          <p:nvPr/>
        </p:nvSpPr>
        <p:spPr bwMode="auto">
          <a:xfrm>
            <a:off x="4377290" y="2512893"/>
            <a:ext cx="3688114" cy="1844894"/>
          </a:xfrm>
          <a:custGeom>
            <a:avLst/>
            <a:gdLst>
              <a:gd name="T0" fmla="*/ 1633211 w 3744416"/>
              <a:gd name="T1" fmla="*/ 0 h 1872208"/>
              <a:gd name="T2" fmla="*/ 3266422 w 3744416"/>
              <a:gd name="T3" fmla="*/ 1634694 h 1872208"/>
              <a:gd name="T4" fmla="*/ 0 w 3744416"/>
              <a:gd name="T5" fmla="*/ 1634694 h 1872208"/>
              <a:gd name="T6" fmla="*/ 1633211 w 3744416"/>
              <a:gd name="T7" fmla="*/ 0 h 187220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44416" h="1872208">
                <a:moveTo>
                  <a:pt x="1872208" y="0"/>
                </a:moveTo>
                <a:cubicBezTo>
                  <a:pt x="2906200" y="0"/>
                  <a:pt x="3744416" y="838216"/>
                  <a:pt x="3744416" y="1872208"/>
                </a:cubicBezTo>
                <a:lnTo>
                  <a:pt x="0" y="1872208"/>
                </a:lnTo>
                <a:cubicBezTo>
                  <a:pt x="0" y="838216"/>
                  <a:pt x="838216" y="0"/>
                  <a:pt x="1872208" y="0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MH_Other_2"/>
          <p:cNvSpPr>
            <a:spLocks noChangeArrowheads="1"/>
          </p:cNvSpPr>
          <p:nvPr/>
        </p:nvSpPr>
        <p:spPr bwMode="auto">
          <a:xfrm>
            <a:off x="4630084" y="2824281"/>
            <a:ext cx="3120584" cy="31205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95091" tIns="49554" rIns="95091" bIns="49554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endParaRPr lang="zh-CN" altLang="en-US" sz="120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MH_Other_3"/>
          <p:cNvSpPr>
            <a:spLocks noChangeArrowheads="1"/>
          </p:cNvSpPr>
          <p:nvPr/>
        </p:nvSpPr>
        <p:spPr bwMode="auto">
          <a:xfrm>
            <a:off x="6012918" y="3346611"/>
            <a:ext cx="430252" cy="2002263"/>
          </a:xfrm>
          <a:prstGeom prst="upArrow">
            <a:avLst>
              <a:gd name="adj1" fmla="val 50000"/>
              <a:gd name="adj2" fmla="val 50006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endParaRPr lang="zh-CN" altLang="en-US" sz="120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MH_Other_4"/>
          <p:cNvSpPr/>
          <p:nvPr/>
        </p:nvSpPr>
        <p:spPr bwMode="auto">
          <a:xfrm>
            <a:off x="6377880" y="4136802"/>
            <a:ext cx="796888" cy="1212072"/>
          </a:xfrm>
          <a:custGeom>
            <a:avLst/>
            <a:gdLst>
              <a:gd name="T0" fmla="*/ 0 w 755650"/>
              <a:gd name="T1" fmla="*/ 1149350 h 1149350"/>
              <a:gd name="T2" fmla="*/ 0 w 755650"/>
              <a:gd name="T3" fmla="*/ 425053 h 1149350"/>
              <a:gd name="T4" fmla="*/ 330597 w 755650"/>
              <a:gd name="T5" fmla="*/ 94456 h 1149350"/>
              <a:gd name="T6" fmla="*/ 491581 w 755650"/>
              <a:gd name="T7" fmla="*/ 94456 h 1149350"/>
              <a:gd name="T8" fmla="*/ 491581 w 755650"/>
              <a:gd name="T9" fmla="*/ 0 h 1149350"/>
              <a:gd name="T10" fmla="*/ 755650 w 755650"/>
              <a:gd name="T11" fmla="*/ 188913 h 1149350"/>
              <a:gd name="T12" fmla="*/ 491581 w 755650"/>
              <a:gd name="T13" fmla="*/ 377825 h 1149350"/>
              <a:gd name="T14" fmla="*/ 491581 w 755650"/>
              <a:gd name="T15" fmla="*/ 283369 h 1149350"/>
              <a:gd name="T16" fmla="*/ 330597 w 755650"/>
              <a:gd name="T17" fmla="*/ 283369 h 1149350"/>
              <a:gd name="T18" fmla="*/ 188913 w 755650"/>
              <a:gd name="T19" fmla="*/ 425053 h 1149350"/>
              <a:gd name="T20" fmla="*/ 188913 w 755650"/>
              <a:gd name="T21" fmla="*/ 1149350 h 1149350"/>
              <a:gd name="T22" fmla="*/ 0 w 755650"/>
              <a:gd name="T23" fmla="*/ 1149350 h 11493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55650" h="1149350">
                <a:moveTo>
                  <a:pt x="0" y="1149350"/>
                </a:moveTo>
                <a:lnTo>
                  <a:pt x="0" y="425053"/>
                </a:lnTo>
                <a:cubicBezTo>
                  <a:pt x="0" y="242469"/>
                  <a:pt x="148013" y="94456"/>
                  <a:pt x="330597" y="94456"/>
                </a:cubicBezTo>
                <a:lnTo>
                  <a:pt x="491581" y="94456"/>
                </a:lnTo>
                <a:lnTo>
                  <a:pt x="491581" y="0"/>
                </a:lnTo>
                <a:lnTo>
                  <a:pt x="755650" y="188913"/>
                </a:lnTo>
                <a:lnTo>
                  <a:pt x="491581" y="377825"/>
                </a:lnTo>
                <a:lnTo>
                  <a:pt x="491581" y="283369"/>
                </a:lnTo>
                <a:lnTo>
                  <a:pt x="330597" y="283369"/>
                </a:lnTo>
                <a:cubicBezTo>
                  <a:pt x="252347" y="283369"/>
                  <a:pt x="188913" y="346803"/>
                  <a:pt x="188913" y="425053"/>
                </a:cubicBezTo>
                <a:lnTo>
                  <a:pt x="188913" y="1149350"/>
                </a:lnTo>
                <a:lnTo>
                  <a:pt x="0" y="11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MH_Other_5"/>
          <p:cNvSpPr/>
          <p:nvPr/>
        </p:nvSpPr>
        <p:spPr bwMode="auto">
          <a:xfrm flipH="1">
            <a:off x="5276299" y="4136802"/>
            <a:ext cx="798562" cy="1212072"/>
          </a:xfrm>
          <a:custGeom>
            <a:avLst/>
            <a:gdLst>
              <a:gd name="T0" fmla="*/ 0 w 757238"/>
              <a:gd name="T1" fmla="*/ 1149350 h 1149350"/>
              <a:gd name="T2" fmla="*/ 0 w 757238"/>
              <a:gd name="T3" fmla="*/ 425946 h 1149350"/>
              <a:gd name="T4" fmla="*/ 331292 w 757238"/>
              <a:gd name="T5" fmla="*/ 94654 h 1149350"/>
              <a:gd name="T6" fmla="*/ 492614 w 757238"/>
              <a:gd name="T7" fmla="*/ 94655 h 1149350"/>
              <a:gd name="T8" fmla="*/ 492614 w 757238"/>
              <a:gd name="T9" fmla="*/ 0 h 1149350"/>
              <a:gd name="T10" fmla="*/ 757238 w 757238"/>
              <a:gd name="T11" fmla="*/ 189310 h 1149350"/>
              <a:gd name="T12" fmla="*/ 492614 w 757238"/>
              <a:gd name="T13" fmla="*/ 378619 h 1149350"/>
              <a:gd name="T14" fmla="*/ 492614 w 757238"/>
              <a:gd name="T15" fmla="*/ 283964 h 1149350"/>
              <a:gd name="T16" fmla="*/ 331292 w 757238"/>
              <a:gd name="T17" fmla="*/ 283964 h 1149350"/>
              <a:gd name="T18" fmla="*/ 189310 w 757238"/>
              <a:gd name="T19" fmla="*/ 425946 h 1149350"/>
              <a:gd name="T20" fmla="*/ 189310 w 757238"/>
              <a:gd name="T21" fmla="*/ 1149350 h 1149350"/>
              <a:gd name="T22" fmla="*/ 0 w 757238"/>
              <a:gd name="T23" fmla="*/ 1149350 h 114935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57238" h="1149350">
                <a:moveTo>
                  <a:pt x="0" y="1149350"/>
                </a:moveTo>
                <a:lnTo>
                  <a:pt x="0" y="425946"/>
                </a:lnTo>
                <a:cubicBezTo>
                  <a:pt x="0" y="242978"/>
                  <a:pt x="148324" y="94654"/>
                  <a:pt x="331292" y="94654"/>
                </a:cubicBezTo>
                <a:lnTo>
                  <a:pt x="492614" y="94655"/>
                </a:lnTo>
                <a:lnTo>
                  <a:pt x="492614" y="0"/>
                </a:lnTo>
                <a:lnTo>
                  <a:pt x="757238" y="189310"/>
                </a:lnTo>
                <a:lnTo>
                  <a:pt x="492614" y="378619"/>
                </a:lnTo>
                <a:lnTo>
                  <a:pt x="492614" y="283964"/>
                </a:lnTo>
                <a:lnTo>
                  <a:pt x="331292" y="283964"/>
                </a:lnTo>
                <a:cubicBezTo>
                  <a:pt x="252878" y="283964"/>
                  <a:pt x="189310" y="347532"/>
                  <a:pt x="189310" y="425946"/>
                </a:cubicBezTo>
                <a:lnTo>
                  <a:pt x="189310" y="1149350"/>
                </a:lnTo>
                <a:lnTo>
                  <a:pt x="0" y="1149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MH_Title_1"/>
          <p:cNvSpPr txBox="1">
            <a:spLocks noChangeArrowheads="1"/>
          </p:cNvSpPr>
          <p:nvPr/>
        </p:nvSpPr>
        <p:spPr bwMode="auto">
          <a:xfrm>
            <a:off x="5712521" y="5399314"/>
            <a:ext cx="1051138" cy="28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标题文字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MH_SubTitle_1"/>
          <p:cNvSpPr>
            <a:spLocks noChangeArrowheads="1"/>
          </p:cNvSpPr>
          <p:nvPr/>
        </p:nvSpPr>
        <p:spPr bwMode="auto">
          <a:xfrm>
            <a:off x="4022375" y="3790257"/>
            <a:ext cx="1135062" cy="11350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标题文字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MH_SubTitle_3"/>
          <p:cNvSpPr>
            <a:spLocks noChangeArrowheads="1"/>
          </p:cNvSpPr>
          <p:nvPr/>
        </p:nvSpPr>
        <p:spPr bwMode="auto">
          <a:xfrm>
            <a:off x="7285258" y="3790257"/>
            <a:ext cx="1135062" cy="113506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标题文字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MH_SubTitle_2"/>
          <p:cNvSpPr>
            <a:spLocks noChangeArrowheads="1"/>
          </p:cNvSpPr>
          <p:nvPr/>
        </p:nvSpPr>
        <p:spPr bwMode="auto">
          <a:xfrm>
            <a:off x="5652981" y="2159653"/>
            <a:ext cx="1135062" cy="11333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标题文字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TextBox 23"/>
          <p:cNvSpPr txBox="1"/>
          <p:nvPr/>
        </p:nvSpPr>
        <p:spPr>
          <a:xfrm>
            <a:off x="8920887" y="4378511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TextBox 24"/>
          <p:cNvSpPr txBox="1"/>
          <p:nvPr/>
        </p:nvSpPr>
        <p:spPr>
          <a:xfrm>
            <a:off x="8920886" y="410528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TextBox 23"/>
          <p:cNvSpPr txBox="1"/>
          <p:nvPr/>
        </p:nvSpPr>
        <p:spPr>
          <a:xfrm>
            <a:off x="2500009" y="2311991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TextBox 24"/>
          <p:cNvSpPr txBox="1"/>
          <p:nvPr/>
        </p:nvSpPr>
        <p:spPr>
          <a:xfrm>
            <a:off x="3418758" y="2038765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TextBox 23"/>
          <p:cNvSpPr txBox="1"/>
          <p:nvPr/>
        </p:nvSpPr>
        <p:spPr>
          <a:xfrm>
            <a:off x="1367923" y="4371388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TextBox 24"/>
          <p:cNvSpPr txBox="1"/>
          <p:nvPr/>
        </p:nvSpPr>
        <p:spPr>
          <a:xfrm>
            <a:off x="2286671" y="4098163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1"/>
          <p:cNvGrpSpPr/>
          <p:nvPr/>
        </p:nvGrpSpPr>
        <p:grpSpPr bwMode="auto">
          <a:xfrm>
            <a:off x="8493582" y="3874765"/>
            <a:ext cx="418533" cy="418533"/>
            <a:chOff x="0" y="0"/>
            <a:chExt cx="812800" cy="812800"/>
          </a:xfrm>
        </p:grpSpPr>
        <p:sp>
          <p:nvSpPr>
            <p:cNvPr id="10284" name="椭圆 32"/>
            <p:cNvSpPr>
              <a:spLocks noChangeArrowheads="1"/>
            </p:cNvSpPr>
            <p:nvPr/>
          </p:nvSpPr>
          <p:spPr bwMode="auto">
            <a:xfrm>
              <a:off x="0" y="0"/>
              <a:ext cx="812800" cy="812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zh-CN" altLang="en-US" sz="16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85" name="任意多边形 33"/>
            <p:cNvSpPr/>
            <p:nvPr/>
          </p:nvSpPr>
          <p:spPr bwMode="auto">
            <a:xfrm rot="5400000">
              <a:off x="120456" y="120456"/>
              <a:ext cx="571888" cy="571888"/>
            </a:xfrm>
            <a:custGeom>
              <a:avLst/>
              <a:gdLst>
                <a:gd name="T0" fmla="*/ 0 w 692642"/>
                <a:gd name="T1" fmla="*/ 194932 h 692642"/>
                <a:gd name="T2" fmla="*/ 38476 w 692642"/>
                <a:gd name="T3" fmla="*/ 156456 h 692642"/>
                <a:gd name="T4" fmla="*/ 156457 w 692642"/>
                <a:gd name="T5" fmla="*/ 156456 h 692642"/>
                <a:gd name="T6" fmla="*/ 156457 w 692642"/>
                <a:gd name="T7" fmla="*/ 38476 h 692642"/>
                <a:gd name="T8" fmla="*/ 194933 w 692642"/>
                <a:gd name="T9" fmla="*/ 0 h 692642"/>
                <a:gd name="T10" fmla="*/ 233409 w 692642"/>
                <a:gd name="T11" fmla="*/ 38476 h 692642"/>
                <a:gd name="T12" fmla="*/ 233409 w 692642"/>
                <a:gd name="T13" fmla="*/ 156457 h 692642"/>
                <a:gd name="T14" fmla="*/ 351390 w 692642"/>
                <a:gd name="T15" fmla="*/ 156457 h 692642"/>
                <a:gd name="T16" fmla="*/ 389866 w 692642"/>
                <a:gd name="T17" fmla="*/ 194933 h 692642"/>
                <a:gd name="T18" fmla="*/ 389865 w 692642"/>
                <a:gd name="T19" fmla="*/ 194932 h 692642"/>
                <a:gd name="T20" fmla="*/ 351389 w 692642"/>
                <a:gd name="T21" fmla="*/ 233409 h 692642"/>
                <a:gd name="T22" fmla="*/ 233409 w 692642"/>
                <a:gd name="T23" fmla="*/ 233409 h 692642"/>
                <a:gd name="T24" fmla="*/ 233409 w 692642"/>
                <a:gd name="T25" fmla="*/ 351390 h 692642"/>
                <a:gd name="T26" fmla="*/ 194932 w 692642"/>
                <a:gd name="T27" fmla="*/ 389866 h 692642"/>
                <a:gd name="T28" fmla="*/ 194933 w 692642"/>
                <a:gd name="T29" fmla="*/ 389865 h 692642"/>
                <a:gd name="T30" fmla="*/ 156457 w 692642"/>
                <a:gd name="T31" fmla="*/ 351389 h 692642"/>
                <a:gd name="T32" fmla="*/ 156457 w 692642"/>
                <a:gd name="T33" fmla="*/ 233409 h 692642"/>
                <a:gd name="T34" fmla="*/ 38476 w 692642"/>
                <a:gd name="T35" fmla="*/ 233409 h 692642"/>
                <a:gd name="T36" fmla="*/ 0 w 692642"/>
                <a:gd name="T37" fmla="*/ 194932 h 6926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92642"/>
                <a:gd name="T58" fmla="*/ 0 h 692642"/>
                <a:gd name="T59" fmla="*/ 692642 w 692642"/>
                <a:gd name="T60" fmla="*/ 692642 h 69264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92642" h="692642">
                  <a:moveTo>
                    <a:pt x="0" y="346320"/>
                  </a:moveTo>
                  <a:cubicBezTo>
                    <a:pt x="0" y="308567"/>
                    <a:pt x="30604" y="277963"/>
                    <a:pt x="68357" y="277963"/>
                  </a:cubicBezTo>
                  <a:lnTo>
                    <a:pt x="277964" y="277963"/>
                  </a:lnTo>
                  <a:lnTo>
                    <a:pt x="277964" y="68357"/>
                  </a:lnTo>
                  <a:cubicBezTo>
                    <a:pt x="277964" y="30604"/>
                    <a:pt x="308568" y="0"/>
                    <a:pt x="346321" y="0"/>
                  </a:cubicBezTo>
                  <a:cubicBezTo>
                    <a:pt x="384074" y="0"/>
                    <a:pt x="414678" y="30604"/>
                    <a:pt x="414678" y="68357"/>
                  </a:cubicBezTo>
                  <a:lnTo>
                    <a:pt x="414678" y="277964"/>
                  </a:lnTo>
                  <a:lnTo>
                    <a:pt x="624285" y="277964"/>
                  </a:lnTo>
                  <a:cubicBezTo>
                    <a:pt x="662038" y="277964"/>
                    <a:pt x="692642" y="308568"/>
                    <a:pt x="692642" y="346321"/>
                  </a:cubicBezTo>
                  <a:lnTo>
                    <a:pt x="692641" y="346320"/>
                  </a:lnTo>
                  <a:cubicBezTo>
                    <a:pt x="692641" y="384073"/>
                    <a:pt x="662037" y="414677"/>
                    <a:pt x="624284" y="414677"/>
                  </a:cubicBezTo>
                  <a:lnTo>
                    <a:pt x="414677" y="414677"/>
                  </a:lnTo>
                  <a:lnTo>
                    <a:pt x="414677" y="624285"/>
                  </a:lnTo>
                  <a:cubicBezTo>
                    <a:pt x="414677" y="662038"/>
                    <a:pt x="384073" y="692642"/>
                    <a:pt x="346320" y="692642"/>
                  </a:cubicBezTo>
                  <a:lnTo>
                    <a:pt x="346321" y="692641"/>
                  </a:lnTo>
                  <a:cubicBezTo>
                    <a:pt x="308568" y="692641"/>
                    <a:pt x="277964" y="662037"/>
                    <a:pt x="277964" y="624284"/>
                  </a:cubicBezTo>
                  <a:lnTo>
                    <a:pt x="277964" y="414677"/>
                  </a:lnTo>
                  <a:lnTo>
                    <a:pt x="68357" y="414677"/>
                  </a:lnTo>
                  <a:cubicBezTo>
                    <a:pt x="30604" y="414677"/>
                    <a:pt x="0" y="384073"/>
                    <a:pt x="0" y="3463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>
                <a:lnSpc>
                  <a:spcPct val="120000"/>
                </a:lnSpc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34"/>
          <p:cNvGrpSpPr/>
          <p:nvPr/>
        </p:nvGrpSpPr>
        <p:grpSpPr bwMode="auto">
          <a:xfrm>
            <a:off x="3993513" y="3874765"/>
            <a:ext cx="418533" cy="418533"/>
            <a:chOff x="0" y="0"/>
            <a:chExt cx="812800" cy="812800"/>
          </a:xfrm>
        </p:grpSpPr>
        <p:sp>
          <p:nvSpPr>
            <p:cNvPr id="10282" name="椭圆 35"/>
            <p:cNvSpPr>
              <a:spLocks noChangeArrowheads="1"/>
            </p:cNvSpPr>
            <p:nvPr/>
          </p:nvSpPr>
          <p:spPr bwMode="auto">
            <a:xfrm>
              <a:off x="0" y="0"/>
              <a:ext cx="812800" cy="812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83" name="任意多边形 36"/>
            <p:cNvSpPr/>
            <p:nvPr/>
          </p:nvSpPr>
          <p:spPr bwMode="auto">
            <a:xfrm rot="5400000">
              <a:off x="120456" y="120456"/>
              <a:ext cx="571888" cy="571888"/>
            </a:xfrm>
            <a:custGeom>
              <a:avLst/>
              <a:gdLst>
                <a:gd name="T0" fmla="*/ 0 w 692642"/>
                <a:gd name="T1" fmla="*/ 194932 h 692642"/>
                <a:gd name="T2" fmla="*/ 38476 w 692642"/>
                <a:gd name="T3" fmla="*/ 156456 h 692642"/>
                <a:gd name="T4" fmla="*/ 156457 w 692642"/>
                <a:gd name="T5" fmla="*/ 156456 h 692642"/>
                <a:gd name="T6" fmla="*/ 156457 w 692642"/>
                <a:gd name="T7" fmla="*/ 38476 h 692642"/>
                <a:gd name="T8" fmla="*/ 194933 w 692642"/>
                <a:gd name="T9" fmla="*/ 0 h 692642"/>
                <a:gd name="T10" fmla="*/ 233409 w 692642"/>
                <a:gd name="T11" fmla="*/ 38476 h 692642"/>
                <a:gd name="T12" fmla="*/ 233409 w 692642"/>
                <a:gd name="T13" fmla="*/ 156457 h 692642"/>
                <a:gd name="T14" fmla="*/ 351390 w 692642"/>
                <a:gd name="T15" fmla="*/ 156457 h 692642"/>
                <a:gd name="T16" fmla="*/ 389866 w 692642"/>
                <a:gd name="T17" fmla="*/ 194933 h 692642"/>
                <a:gd name="T18" fmla="*/ 389865 w 692642"/>
                <a:gd name="T19" fmla="*/ 194932 h 692642"/>
                <a:gd name="T20" fmla="*/ 351389 w 692642"/>
                <a:gd name="T21" fmla="*/ 233409 h 692642"/>
                <a:gd name="T22" fmla="*/ 233409 w 692642"/>
                <a:gd name="T23" fmla="*/ 233409 h 692642"/>
                <a:gd name="T24" fmla="*/ 233409 w 692642"/>
                <a:gd name="T25" fmla="*/ 351390 h 692642"/>
                <a:gd name="T26" fmla="*/ 194932 w 692642"/>
                <a:gd name="T27" fmla="*/ 389866 h 692642"/>
                <a:gd name="T28" fmla="*/ 194933 w 692642"/>
                <a:gd name="T29" fmla="*/ 389865 h 692642"/>
                <a:gd name="T30" fmla="*/ 156457 w 692642"/>
                <a:gd name="T31" fmla="*/ 351389 h 692642"/>
                <a:gd name="T32" fmla="*/ 156457 w 692642"/>
                <a:gd name="T33" fmla="*/ 233409 h 692642"/>
                <a:gd name="T34" fmla="*/ 38476 w 692642"/>
                <a:gd name="T35" fmla="*/ 233409 h 692642"/>
                <a:gd name="T36" fmla="*/ 0 w 692642"/>
                <a:gd name="T37" fmla="*/ 194932 h 6926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92642"/>
                <a:gd name="T58" fmla="*/ 0 h 692642"/>
                <a:gd name="T59" fmla="*/ 692642 w 692642"/>
                <a:gd name="T60" fmla="*/ 692642 h 69264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92642" h="692642">
                  <a:moveTo>
                    <a:pt x="0" y="346320"/>
                  </a:moveTo>
                  <a:cubicBezTo>
                    <a:pt x="0" y="308567"/>
                    <a:pt x="30604" y="277963"/>
                    <a:pt x="68357" y="277963"/>
                  </a:cubicBezTo>
                  <a:lnTo>
                    <a:pt x="277964" y="277963"/>
                  </a:lnTo>
                  <a:lnTo>
                    <a:pt x="277964" y="68357"/>
                  </a:lnTo>
                  <a:cubicBezTo>
                    <a:pt x="277964" y="30604"/>
                    <a:pt x="308568" y="0"/>
                    <a:pt x="346321" y="0"/>
                  </a:cubicBezTo>
                  <a:cubicBezTo>
                    <a:pt x="384074" y="0"/>
                    <a:pt x="414678" y="30604"/>
                    <a:pt x="414678" y="68357"/>
                  </a:cubicBezTo>
                  <a:lnTo>
                    <a:pt x="414678" y="277964"/>
                  </a:lnTo>
                  <a:lnTo>
                    <a:pt x="624285" y="277964"/>
                  </a:lnTo>
                  <a:cubicBezTo>
                    <a:pt x="662038" y="277964"/>
                    <a:pt x="692642" y="308568"/>
                    <a:pt x="692642" y="346321"/>
                  </a:cubicBezTo>
                  <a:lnTo>
                    <a:pt x="692641" y="346320"/>
                  </a:lnTo>
                  <a:cubicBezTo>
                    <a:pt x="692641" y="384073"/>
                    <a:pt x="662037" y="414677"/>
                    <a:pt x="624284" y="414677"/>
                  </a:cubicBezTo>
                  <a:lnTo>
                    <a:pt x="414677" y="414677"/>
                  </a:lnTo>
                  <a:lnTo>
                    <a:pt x="414677" y="624285"/>
                  </a:lnTo>
                  <a:cubicBezTo>
                    <a:pt x="414677" y="662038"/>
                    <a:pt x="384073" y="692642"/>
                    <a:pt x="346320" y="692642"/>
                  </a:cubicBezTo>
                  <a:lnTo>
                    <a:pt x="346321" y="692641"/>
                  </a:lnTo>
                  <a:cubicBezTo>
                    <a:pt x="308568" y="692641"/>
                    <a:pt x="277964" y="662037"/>
                    <a:pt x="277964" y="624284"/>
                  </a:cubicBezTo>
                  <a:lnTo>
                    <a:pt x="277964" y="414677"/>
                  </a:lnTo>
                  <a:lnTo>
                    <a:pt x="68357" y="414677"/>
                  </a:lnTo>
                  <a:cubicBezTo>
                    <a:pt x="30604" y="414677"/>
                    <a:pt x="0" y="384073"/>
                    <a:pt x="0" y="3463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7"/>
          <p:cNvGrpSpPr/>
          <p:nvPr/>
        </p:nvGrpSpPr>
        <p:grpSpPr bwMode="auto">
          <a:xfrm>
            <a:off x="6220110" y="1666584"/>
            <a:ext cx="418533" cy="418533"/>
            <a:chOff x="0" y="0"/>
            <a:chExt cx="812800" cy="812800"/>
          </a:xfrm>
        </p:grpSpPr>
        <p:sp>
          <p:nvSpPr>
            <p:cNvPr id="10280" name="椭圆 38"/>
            <p:cNvSpPr>
              <a:spLocks noChangeArrowheads="1"/>
            </p:cNvSpPr>
            <p:nvPr/>
          </p:nvSpPr>
          <p:spPr bwMode="auto">
            <a:xfrm>
              <a:off x="0" y="0"/>
              <a:ext cx="812800" cy="81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zh-CN" altLang="en-US" sz="16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81" name="任意多边形 39"/>
            <p:cNvSpPr/>
            <p:nvPr/>
          </p:nvSpPr>
          <p:spPr bwMode="auto">
            <a:xfrm rot="5400000">
              <a:off x="120456" y="120456"/>
              <a:ext cx="571888" cy="571888"/>
            </a:xfrm>
            <a:custGeom>
              <a:avLst/>
              <a:gdLst>
                <a:gd name="T0" fmla="*/ 0 w 692642"/>
                <a:gd name="T1" fmla="*/ 194932 h 692642"/>
                <a:gd name="T2" fmla="*/ 38476 w 692642"/>
                <a:gd name="T3" fmla="*/ 156456 h 692642"/>
                <a:gd name="T4" fmla="*/ 156457 w 692642"/>
                <a:gd name="T5" fmla="*/ 156456 h 692642"/>
                <a:gd name="T6" fmla="*/ 156457 w 692642"/>
                <a:gd name="T7" fmla="*/ 38476 h 692642"/>
                <a:gd name="T8" fmla="*/ 194933 w 692642"/>
                <a:gd name="T9" fmla="*/ 0 h 692642"/>
                <a:gd name="T10" fmla="*/ 233409 w 692642"/>
                <a:gd name="T11" fmla="*/ 38476 h 692642"/>
                <a:gd name="T12" fmla="*/ 233409 w 692642"/>
                <a:gd name="T13" fmla="*/ 156457 h 692642"/>
                <a:gd name="T14" fmla="*/ 351390 w 692642"/>
                <a:gd name="T15" fmla="*/ 156457 h 692642"/>
                <a:gd name="T16" fmla="*/ 389866 w 692642"/>
                <a:gd name="T17" fmla="*/ 194933 h 692642"/>
                <a:gd name="T18" fmla="*/ 389865 w 692642"/>
                <a:gd name="T19" fmla="*/ 194932 h 692642"/>
                <a:gd name="T20" fmla="*/ 351389 w 692642"/>
                <a:gd name="T21" fmla="*/ 233409 h 692642"/>
                <a:gd name="T22" fmla="*/ 233409 w 692642"/>
                <a:gd name="T23" fmla="*/ 233409 h 692642"/>
                <a:gd name="T24" fmla="*/ 233409 w 692642"/>
                <a:gd name="T25" fmla="*/ 351390 h 692642"/>
                <a:gd name="T26" fmla="*/ 194932 w 692642"/>
                <a:gd name="T27" fmla="*/ 389866 h 692642"/>
                <a:gd name="T28" fmla="*/ 194933 w 692642"/>
                <a:gd name="T29" fmla="*/ 389865 h 692642"/>
                <a:gd name="T30" fmla="*/ 156457 w 692642"/>
                <a:gd name="T31" fmla="*/ 351389 h 692642"/>
                <a:gd name="T32" fmla="*/ 156457 w 692642"/>
                <a:gd name="T33" fmla="*/ 233409 h 692642"/>
                <a:gd name="T34" fmla="*/ 38476 w 692642"/>
                <a:gd name="T35" fmla="*/ 233409 h 692642"/>
                <a:gd name="T36" fmla="*/ 0 w 692642"/>
                <a:gd name="T37" fmla="*/ 194932 h 6926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92642"/>
                <a:gd name="T58" fmla="*/ 0 h 692642"/>
                <a:gd name="T59" fmla="*/ 692642 w 692642"/>
                <a:gd name="T60" fmla="*/ 692642 h 69264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92642" h="692642">
                  <a:moveTo>
                    <a:pt x="0" y="346320"/>
                  </a:moveTo>
                  <a:cubicBezTo>
                    <a:pt x="0" y="308567"/>
                    <a:pt x="30604" y="277963"/>
                    <a:pt x="68357" y="277963"/>
                  </a:cubicBezTo>
                  <a:lnTo>
                    <a:pt x="277964" y="277963"/>
                  </a:lnTo>
                  <a:lnTo>
                    <a:pt x="277964" y="68357"/>
                  </a:lnTo>
                  <a:cubicBezTo>
                    <a:pt x="277964" y="30604"/>
                    <a:pt x="308568" y="0"/>
                    <a:pt x="346321" y="0"/>
                  </a:cubicBezTo>
                  <a:cubicBezTo>
                    <a:pt x="384074" y="0"/>
                    <a:pt x="414678" y="30604"/>
                    <a:pt x="414678" y="68357"/>
                  </a:cubicBezTo>
                  <a:lnTo>
                    <a:pt x="414678" y="277964"/>
                  </a:lnTo>
                  <a:lnTo>
                    <a:pt x="624285" y="277964"/>
                  </a:lnTo>
                  <a:cubicBezTo>
                    <a:pt x="662038" y="277964"/>
                    <a:pt x="692642" y="308568"/>
                    <a:pt x="692642" y="346321"/>
                  </a:cubicBezTo>
                  <a:lnTo>
                    <a:pt x="692641" y="346320"/>
                  </a:lnTo>
                  <a:cubicBezTo>
                    <a:pt x="692641" y="384073"/>
                    <a:pt x="662037" y="414677"/>
                    <a:pt x="624284" y="414677"/>
                  </a:cubicBezTo>
                  <a:lnTo>
                    <a:pt x="414677" y="414677"/>
                  </a:lnTo>
                  <a:lnTo>
                    <a:pt x="414677" y="624285"/>
                  </a:lnTo>
                  <a:cubicBezTo>
                    <a:pt x="414677" y="662038"/>
                    <a:pt x="384073" y="692642"/>
                    <a:pt x="346320" y="692642"/>
                  </a:cubicBezTo>
                  <a:lnTo>
                    <a:pt x="346321" y="692641"/>
                  </a:lnTo>
                  <a:cubicBezTo>
                    <a:pt x="308568" y="692641"/>
                    <a:pt x="277964" y="662037"/>
                    <a:pt x="277964" y="624284"/>
                  </a:cubicBezTo>
                  <a:lnTo>
                    <a:pt x="277964" y="414677"/>
                  </a:lnTo>
                  <a:lnTo>
                    <a:pt x="68357" y="414677"/>
                  </a:lnTo>
                  <a:cubicBezTo>
                    <a:pt x="30604" y="414677"/>
                    <a:pt x="0" y="384073"/>
                    <a:pt x="0" y="3463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>
                <a:lnSpc>
                  <a:spcPct val="120000"/>
                </a:lnSpc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0"/>
          <p:cNvGrpSpPr/>
          <p:nvPr/>
        </p:nvGrpSpPr>
        <p:grpSpPr bwMode="auto">
          <a:xfrm>
            <a:off x="6220110" y="6126474"/>
            <a:ext cx="418533" cy="418533"/>
            <a:chOff x="0" y="0"/>
            <a:chExt cx="812800" cy="812800"/>
          </a:xfrm>
        </p:grpSpPr>
        <p:sp>
          <p:nvSpPr>
            <p:cNvPr id="10278" name="椭圆 41"/>
            <p:cNvSpPr>
              <a:spLocks noChangeArrowheads="1"/>
            </p:cNvSpPr>
            <p:nvPr/>
          </p:nvSpPr>
          <p:spPr bwMode="auto">
            <a:xfrm>
              <a:off x="0" y="0"/>
              <a:ext cx="812800" cy="812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zh-CN" altLang="en-US" sz="16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79" name="任意多边形 42"/>
            <p:cNvSpPr/>
            <p:nvPr/>
          </p:nvSpPr>
          <p:spPr bwMode="auto">
            <a:xfrm rot="5400000">
              <a:off x="120456" y="120456"/>
              <a:ext cx="571888" cy="571888"/>
            </a:xfrm>
            <a:custGeom>
              <a:avLst/>
              <a:gdLst>
                <a:gd name="T0" fmla="*/ 0 w 692642"/>
                <a:gd name="T1" fmla="*/ 194932 h 692642"/>
                <a:gd name="T2" fmla="*/ 38476 w 692642"/>
                <a:gd name="T3" fmla="*/ 156456 h 692642"/>
                <a:gd name="T4" fmla="*/ 156457 w 692642"/>
                <a:gd name="T5" fmla="*/ 156456 h 692642"/>
                <a:gd name="T6" fmla="*/ 156457 w 692642"/>
                <a:gd name="T7" fmla="*/ 38476 h 692642"/>
                <a:gd name="T8" fmla="*/ 194933 w 692642"/>
                <a:gd name="T9" fmla="*/ 0 h 692642"/>
                <a:gd name="T10" fmla="*/ 233409 w 692642"/>
                <a:gd name="T11" fmla="*/ 38476 h 692642"/>
                <a:gd name="T12" fmla="*/ 233409 w 692642"/>
                <a:gd name="T13" fmla="*/ 156457 h 692642"/>
                <a:gd name="T14" fmla="*/ 351390 w 692642"/>
                <a:gd name="T15" fmla="*/ 156457 h 692642"/>
                <a:gd name="T16" fmla="*/ 389866 w 692642"/>
                <a:gd name="T17" fmla="*/ 194933 h 692642"/>
                <a:gd name="T18" fmla="*/ 389865 w 692642"/>
                <a:gd name="T19" fmla="*/ 194932 h 692642"/>
                <a:gd name="T20" fmla="*/ 351389 w 692642"/>
                <a:gd name="T21" fmla="*/ 233409 h 692642"/>
                <a:gd name="T22" fmla="*/ 233409 w 692642"/>
                <a:gd name="T23" fmla="*/ 233409 h 692642"/>
                <a:gd name="T24" fmla="*/ 233409 w 692642"/>
                <a:gd name="T25" fmla="*/ 351390 h 692642"/>
                <a:gd name="T26" fmla="*/ 194932 w 692642"/>
                <a:gd name="T27" fmla="*/ 389866 h 692642"/>
                <a:gd name="T28" fmla="*/ 194933 w 692642"/>
                <a:gd name="T29" fmla="*/ 389865 h 692642"/>
                <a:gd name="T30" fmla="*/ 156457 w 692642"/>
                <a:gd name="T31" fmla="*/ 351389 h 692642"/>
                <a:gd name="T32" fmla="*/ 156457 w 692642"/>
                <a:gd name="T33" fmla="*/ 233409 h 692642"/>
                <a:gd name="T34" fmla="*/ 38476 w 692642"/>
                <a:gd name="T35" fmla="*/ 233409 h 692642"/>
                <a:gd name="T36" fmla="*/ 0 w 692642"/>
                <a:gd name="T37" fmla="*/ 194932 h 6926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92642"/>
                <a:gd name="T58" fmla="*/ 0 h 692642"/>
                <a:gd name="T59" fmla="*/ 692642 w 692642"/>
                <a:gd name="T60" fmla="*/ 692642 h 69264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92642" h="692642">
                  <a:moveTo>
                    <a:pt x="0" y="346320"/>
                  </a:moveTo>
                  <a:cubicBezTo>
                    <a:pt x="0" y="308567"/>
                    <a:pt x="30604" y="277963"/>
                    <a:pt x="68357" y="277963"/>
                  </a:cubicBezTo>
                  <a:lnTo>
                    <a:pt x="277964" y="277963"/>
                  </a:lnTo>
                  <a:lnTo>
                    <a:pt x="277964" y="68357"/>
                  </a:lnTo>
                  <a:cubicBezTo>
                    <a:pt x="277964" y="30604"/>
                    <a:pt x="308568" y="0"/>
                    <a:pt x="346321" y="0"/>
                  </a:cubicBezTo>
                  <a:cubicBezTo>
                    <a:pt x="384074" y="0"/>
                    <a:pt x="414678" y="30604"/>
                    <a:pt x="414678" y="68357"/>
                  </a:cubicBezTo>
                  <a:lnTo>
                    <a:pt x="414678" y="277964"/>
                  </a:lnTo>
                  <a:lnTo>
                    <a:pt x="624285" y="277964"/>
                  </a:lnTo>
                  <a:cubicBezTo>
                    <a:pt x="662038" y="277964"/>
                    <a:pt x="692642" y="308568"/>
                    <a:pt x="692642" y="346321"/>
                  </a:cubicBezTo>
                  <a:lnTo>
                    <a:pt x="692641" y="346320"/>
                  </a:lnTo>
                  <a:cubicBezTo>
                    <a:pt x="692641" y="384073"/>
                    <a:pt x="662037" y="414677"/>
                    <a:pt x="624284" y="414677"/>
                  </a:cubicBezTo>
                  <a:lnTo>
                    <a:pt x="414677" y="414677"/>
                  </a:lnTo>
                  <a:lnTo>
                    <a:pt x="414677" y="624285"/>
                  </a:lnTo>
                  <a:cubicBezTo>
                    <a:pt x="414677" y="662038"/>
                    <a:pt x="384073" y="692642"/>
                    <a:pt x="346320" y="692642"/>
                  </a:cubicBezTo>
                  <a:lnTo>
                    <a:pt x="346321" y="692641"/>
                  </a:lnTo>
                  <a:cubicBezTo>
                    <a:pt x="308568" y="692641"/>
                    <a:pt x="277964" y="662037"/>
                    <a:pt x="277964" y="624284"/>
                  </a:cubicBezTo>
                  <a:lnTo>
                    <a:pt x="277964" y="414677"/>
                  </a:lnTo>
                  <a:lnTo>
                    <a:pt x="68357" y="414677"/>
                  </a:lnTo>
                  <a:cubicBezTo>
                    <a:pt x="30604" y="414677"/>
                    <a:pt x="0" y="384073"/>
                    <a:pt x="0" y="3463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>
                <a:lnSpc>
                  <a:spcPct val="120000"/>
                </a:lnSpc>
              </a:pPr>
              <a:endParaRPr lang="zh-CN" altLang="en-US"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66"/>
          <p:cNvGrpSpPr/>
          <p:nvPr/>
        </p:nvGrpSpPr>
        <p:grpSpPr bwMode="auto">
          <a:xfrm>
            <a:off x="4313499" y="1973319"/>
            <a:ext cx="4231756" cy="4234818"/>
            <a:chOff x="0" y="0"/>
            <a:chExt cx="4392474" cy="4393594"/>
          </a:xfrm>
        </p:grpSpPr>
        <p:grpSp>
          <p:nvGrpSpPr>
            <p:cNvPr id="10256" name="组合 44"/>
            <p:cNvGrpSpPr/>
            <p:nvPr/>
          </p:nvGrpSpPr>
          <p:grpSpPr bwMode="auto">
            <a:xfrm>
              <a:off x="0" y="0"/>
              <a:ext cx="4392474" cy="4393594"/>
              <a:chOff x="0" y="0"/>
              <a:chExt cx="4392474" cy="4393594"/>
            </a:xfrm>
          </p:grpSpPr>
          <p:grpSp>
            <p:nvGrpSpPr>
              <p:cNvPr id="10261" name="组合 30"/>
              <p:cNvGrpSpPr/>
              <p:nvPr/>
            </p:nvGrpSpPr>
            <p:grpSpPr bwMode="auto">
              <a:xfrm>
                <a:off x="0" y="0"/>
                <a:ext cx="4392474" cy="4393594"/>
                <a:chOff x="0" y="0"/>
                <a:chExt cx="4392474" cy="4393594"/>
              </a:xfrm>
            </p:grpSpPr>
            <p:sp>
              <p:nvSpPr>
                <p:cNvPr id="10263" name="Freeform 5"/>
                <p:cNvSpPr/>
                <p:nvPr/>
              </p:nvSpPr>
              <p:spPr bwMode="auto">
                <a:xfrm rot="2700000">
                  <a:off x="1722485" y="615110"/>
                  <a:ext cx="1941774" cy="711551"/>
                </a:xfrm>
                <a:custGeom>
                  <a:avLst/>
                  <a:gdLst>
                    <a:gd name="T0" fmla="*/ 2147483647 w 821"/>
                    <a:gd name="T1" fmla="*/ 2147483647 h 301"/>
                    <a:gd name="T2" fmla="*/ 0 w 821"/>
                    <a:gd name="T3" fmla="*/ 2147483647 h 301"/>
                    <a:gd name="T4" fmla="*/ 2147483647 w 821"/>
                    <a:gd name="T5" fmla="*/ 2147483647 h 301"/>
                    <a:gd name="T6" fmla="*/ 2147483647 w 821"/>
                    <a:gd name="T7" fmla="*/ 0 h 301"/>
                    <a:gd name="T8" fmla="*/ 2147483647 w 821"/>
                    <a:gd name="T9" fmla="*/ 0 h 301"/>
                    <a:gd name="T10" fmla="*/ 2147483647 w 821"/>
                    <a:gd name="T11" fmla="*/ 2147483647 h 3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21"/>
                    <a:gd name="T19" fmla="*/ 0 h 301"/>
                    <a:gd name="T20" fmla="*/ 821 w 821"/>
                    <a:gd name="T21" fmla="*/ 301 h 30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21" h="301">
                      <a:moveTo>
                        <a:pt x="282" y="20"/>
                      </a:moveTo>
                      <a:cubicBezTo>
                        <a:pt x="0" y="301"/>
                        <a:pt x="0" y="301"/>
                        <a:pt x="0" y="301"/>
                      </a:cubicBezTo>
                      <a:cubicBezTo>
                        <a:pt x="821" y="301"/>
                        <a:pt x="821" y="301"/>
                        <a:pt x="821" y="301"/>
                      </a:cubicBezTo>
                      <a:cubicBezTo>
                        <a:pt x="821" y="0"/>
                        <a:pt x="821" y="0"/>
                        <a:pt x="821" y="0"/>
                      </a:cubicBezTo>
                      <a:cubicBezTo>
                        <a:pt x="328" y="0"/>
                        <a:pt x="328" y="0"/>
                        <a:pt x="328" y="0"/>
                      </a:cubicBezTo>
                      <a:cubicBezTo>
                        <a:pt x="302" y="7"/>
                        <a:pt x="290" y="15"/>
                        <a:pt x="282" y="2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264" name="Freeform 6"/>
                <p:cNvSpPr/>
                <p:nvPr/>
              </p:nvSpPr>
              <p:spPr bwMode="auto">
                <a:xfrm rot="2700000">
                  <a:off x="3064311" y="1725311"/>
                  <a:ext cx="714549" cy="1941775"/>
                </a:xfrm>
                <a:custGeom>
                  <a:avLst/>
                  <a:gdLst>
                    <a:gd name="T0" fmla="*/ 2147483647 w 302"/>
                    <a:gd name="T1" fmla="*/ 2147483647 h 821"/>
                    <a:gd name="T2" fmla="*/ 0 w 302"/>
                    <a:gd name="T3" fmla="*/ 0 h 821"/>
                    <a:gd name="T4" fmla="*/ 0 w 302"/>
                    <a:gd name="T5" fmla="*/ 2147483647 h 821"/>
                    <a:gd name="T6" fmla="*/ 2147483647 w 302"/>
                    <a:gd name="T7" fmla="*/ 2147483647 h 821"/>
                    <a:gd name="T8" fmla="*/ 2147483647 w 302"/>
                    <a:gd name="T9" fmla="*/ 2147483647 h 821"/>
                    <a:gd name="T10" fmla="*/ 2147483647 w 302"/>
                    <a:gd name="T11" fmla="*/ 2147483647 h 82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2"/>
                    <a:gd name="T19" fmla="*/ 0 h 821"/>
                    <a:gd name="T20" fmla="*/ 302 w 302"/>
                    <a:gd name="T21" fmla="*/ 821 h 82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2" h="821">
                      <a:moveTo>
                        <a:pt x="282" y="282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821"/>
                        <a:pt x="0" y="821"/>
                        <a:pt x="0" y="821"/>
                      </a:cubicBezTo>
                      <a:cubicBezTo>
                        <a:pt x="302" y="821"/>
                        <a:pt x="302" y="821"/>
                        <a:pt x="302" y="821"/>
                      </a:cubicBezTo>
                      <a:cubicBezTo>
                        <a:pt x="302" y="328"/>
                        <a:pt x="302" y="328"/>
                        <a:pt x="302" y="328"/>
                      </a:cubicBezTo>
                      <a:cubicBezTo>
                        <a:pt x="295" y="301"/>
                        <a:pt x="286" y="290"/>
                        <a:pt x="282" y="28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265" name="Freeform 7"/>
                <p:cNvSpPr/>
                <p:nvPr/>
              </p:nvSpPr>
              <p:spPr bwMode="auto">
                <a:xfrm rot="2700000">
                  <a:off x="2580127" y="1261992"/>
                  <a:ext cx="1863824" cy="1076321"/>
                </a:xfrm>
                <a:custGeom>
                  <a:avLst/>
                  <a:gdLst>
                    <a:gd name="T0" fmla="*/ 2147483647 w 788"/>
                    <a:gd name="T1" fmla="*/ 2147483647 h 455"/>
                    <a:gd name="T2" fmla="*/ 2147483647 w 788"/>
                    <a:gd name="T3" fmla="*/ 2147483647 h 455"/>
                    <a:gd name="T4" fmla="*/ 2147483647 w 788"/>
                    <a:gd name="T5" fmla="*/ 2147483647 h 455"/>
                    <a:gd name="T6" fmla="*/ 2147483647 w 788"/>
                    <a:gd name="T7" fmla="*/ 2147483647 h 455"/>
                    <a:gd name="T8" fmla="*/ 2147483647 w 788"/>
                    <a:gd name="T9" fmla="*/ 2147483647 h 455"/>
                    <a:gd name="T10" fmla="*/ 2147483647 w 788"/>
                    <a:gd name="T11" fmla="*/ 2147483647 h 455"/>
                    <a:gd name="T12" fmla="*/ 2147483647 w 788"/>
                    <a:gd name="T13" fmla="*/ 2147483647 h 455"/>
                    <a:gd name="T14" fmla="*/ 2147483647 w 788"/>
                    <a:gd name="T15" fmla="*/ 2147483647 h 455"/>
                    <a:gd name="T16" fmla="*/ 2147483647 w 788"/>
                    <a:gd name="T17" fmla="*/ 2147483647 h 455"/>
                    <a:gd name="T18" fmla="*/ 2147483647 w 788"/>
                    <a:gd name="T19" fmla="*/ 2147483647 h 455"/>
                    <a:gd name="T20" fmla="*/ 2147483647 w 788"/>
                    <a:gd name="T21" fmla="*/ 2147483647 h 455"/>
                    <a:gd name="T22" fmla="*/ 2147483647 w 788"/>
                    <a:gd name="T23" fmla="*/ 2147483647 h 455"/>
                    <a:gd name="T24" fmla="*/ 2147483647 w 788"/>
                    <a:gd name="T25" fmla="*/ 2147483647 h 455"/>
                    <a:gd name="T26" fmla="*/ 2147483647 w 788"/>
                    <a:gd name="T27" fmla="*/ 2147483647 h 45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88"/>
                    <a:gd name="T43" fmla="*/ 0 h 455"/>
                    <a:gd name="T44" fmla="*/ 788 w 788"/>
                    <a:gd name="T45" fmla="*/ 455 h 455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88" h="455">
                      <a:moveTo>
                        <a:pt x="492" y="94"/>
                      </a:moveTo>
                      <a:cubicBezTo>
                        <a:pt x="477" y="78"/>
                        <a:pt x="445" y="75"/>
                        <a:pt x="418" y="75"/>
                      </a:cubicBezTo>
                      <a:cubicBezTo>
                        <a:pt x="241" y="75"/>
                        <a:pt x="241" y="75"/>
                        <a:pt x="241" y="75"/>
                      </a:cubicBezTo>
                      <a:cubicBezTo>
                        <a:pt x="241" y="29"/>
                        <a:pt x="241" y="29"/>
                        <a:pt x="241" y="29"/>
                      </a:cubicBezTo>
                      <a:cubicBezTo>
                        <a:pt x="241" y="12"/>
                        <a:pt x="222" y="0"/>
                        <a:pt x="207" y="12"/>
                      </a:cubicBezTo>
                      <a:cubicBezTo>
                        <a:pt x="16" y="202"/>
                        <a:pt x="16" y="202"/>
                        <a:pt x="16" y="202"/>
                      </a:cubicBezTo>
                      <a:cubicBezTo>
                        <a:pt x="0" y="216"/>
                        <a:pt x="0" y="238"/>
                        <a:pt x="16" y="252"/>
                      </a:cubicBezTo>
                      <a:cubicBezTo>
                        <a:pt x="207" y="442"/>
                        <a:pt x="207" y="442"/>
                        <a:pt x="207" y="442"/>
                      </a:cubicBezTo>
                      <a:cubicBezTo>
                        <a:pt x="222" y="455"/>
                        <a:pt x="241" y="444"/>
                        <a:pt x="241" y="426"/>
                      </a:cubicBezTo>
                      <a:cubicBezTo>
                        <a:pt x="241" y="381"/>
                        <a:pt x="241" y="381"/>
                        <a:pt x="241" y="381"/>
                      </a:cubicBezTo>
                      <a:cubicBezTo>
                        <a:pt x="241" y="381"/>
                        <a:pt x="633" y="381"/>
                        <a:pt x="683" y="381"/>
                      </a:cubicBezTo>
                      <a:cubicBezTo>
                        <a:pt x="739" y="381"/>
                        <a:pt x="784" y="411"/>
                        <a:pt x="784" y="446"/>
                      </a:cubicBezTo>
                      <a:cubicBezTo>
                        <a:pt x="784" y="446"/>
                        <a:pt x="788" y="421"/>
                        <a:pt x="763" y="390"/>
                      </a:cubicBezTo>
                      <a:cubicBezTo>
                        <a:pt x="750" y="375"/>
                        <a:pt x="492" y="94"/>
                        <a:pt x="492" y="9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266" name="Freeform 8"/>
                <p:cNvSpPr/>
                <p:nvPr/>
              </p:nvSpPr>
              <p:spPr bwMode="auto">
                <a:xfrm rot="2700000">
                  <a:off x="730626" y="3067930"/>
                  <a:ext cx="1939775" cy="711551"/>
                </a:xfrm>
                <a:custGeom>
                  <a:avLst/>
                  <a:gdLst>
                    <a:gd name="T0" fmla="*/ 2147483647 w 820"/>
                    <a:gd name="T1" fmla="*/ 2147483647 h 301"/>
                    <a:gd name="T2" fmla="*/ 2147483647 w 820"/>
                    <a:gd name="T3" fmla="*/ 0 h 301"/>
                    <a:gd name="T4" fmla="*/ 0 w 820"/>
                    <a:gd name="T5" fmla="*/ 0 h 301"/>
                    <a:gd name="T6" fmla="*/ 0 w 820"/>
                    <a:gd name="T7" fmla="*/ 2147483647 h 301"/>
                    <a:gd name="T8" fmla="*/ 2147483647 w 820"/>
                    <a:gd name="T9" fmla="*/ 2147483647 h 301"/>
                    <a:gd name="T10" fmla="*/ 2147483647 w 820"/>
                    <a:gd name="T11" fmla="*/ 2147483647 h 3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20"/>
                    <a:gd name="T19" fmla="*/ 0 h 301"/>
                    <a:gd name="T20" fmla="*/ 820 w 820"/>
                    <a:gd name="T21" fmla="*/ 301 h 30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20" h="301">
                      <a:moveTo>
                        <a:pt x="539" y="282"/>
                      </a:moveTo>
                      <a:cubicBezTo>
                        <a:pt x="820" y="0"/>
                        <a:pt x="820" y="0"/>
                        <a:pt x="82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01"/>
                        <a:pt x="0" y="301"/>
                        <a:pt x="0" y="301"/>
                      </a:cubicBezTo>
                      <a:cubicBezTo>
                        <a:pt x="493" y="301"/>
                        <a:pt x="493" y="301"/>
                        <a:pt x="493" y="301"/>
                      </a:cubicBezTo>
                      <a:cubicBezTo>
                        <a:pt x="519" y="294"/>
                        <a:pt x="531" y="286"/>
                        <a:pt x="539" y="282"/>
                      </a:cubicBez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267" name="Freeform 9"/>
                <p:cNvSpPr/>
                <p:nvPr/>
              </p:nvSpPr>
              <p:spPr bwMode="auto">
                <a:xfrm rot="2700000">
                  <a:off x="2052721" y="2581222"/>
                  <a:ext cx="1081317" cy="1870820"/>
                </a:xfrm>
                <a:custGeom>
                  <a:avLst/>
                  <a:gdLst>
                    <a:gd name="T0" fmla="*/ 2147483647 w 457"/>
                    <a:gd name="T1" fmla="*/ 2147483647 h 791"/>
                    <a:gd name="T2" fmla="*/ 2147483647 w 457"/>
                    <a:gd name="T3" fmla="*/ 2147483647 h 791"/>
                    <a:gd name="T4" fmla="*/ 2147483647 w 457"/>
                    <a:gd name="T5" fmla="*/ 2147483647 h 791"/>
                    <a:gd name="T6" fmla="*/ 2147483647 w 457"/>
                    <a:gd name="T7" fmla="*/ 2147483647 h 791"/>
                    <a:gd name="T8" fmla="*/ 2147483647 w 457"/>
                    <a:gd name="T9" fmla="*/ 2147483647 h 791"/>
                    <a:gd name="T10" fmla="*/ 2147483647 w 457"/>
                    <a:gd name="T11" fmla="*/ 2147483647 h 791"/>
                    <a:gd name="T12" fmla="*/ 2147483647 w 457"/>
                    <a:gd name="T13" fmla="*/ 2147483647 h 791"/>
                    <a:gd name="T14" fmla="*/ 2147483647 w 457"/>
                    <a:gd name="T15" fmla="*/ 2147483647 h 791"/>
                    <a:gd name="T16" fmla="*/ 2147483647 w 457"/>
                    <a:gd name="T17" fmla="*/ 2147483647 h 791"/>
                    <a:gd name="T18" fmla="*/ 2147483647 w 457"/>
                    <a:gd name="T19" fmla="*/ 2147483647 h 791"/>
                    <a:gd name="T20" fmla="*/ 2147483647 w 457"/>
                    <a:gd name="T21" fmla="*/ 2147483647 h 791"/>
                    <a:gd name="T22" fmla="*/ 0 w 457"/>
                    <a:gd name="T23" fmla="*/ 2147483647 h 791"/>
                    <a:gd name="T24" fmla="*/ 2147483647 w 457"/>
                    <a:gd name="T25" fmla="*/ 2147483647 h 791"/>
                    <a:gd name="T26" fmla="*/ 2147483647 w 457"/>
                    <a:gd name="T27" fmla="*/ 2147483647 h 79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457"/>
                    <a:gd name="T43" fmla="*/ 0 h 791"/>
                    <a:gd name="T44" fmla="*/ 457 w 457"/>
                    <a:gd name="T45" fmla="*/ 791 h 79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457" h="791">
                      <a:moveTo>
                        <a:pt x="363" y="492"/>
                      </a:moveTo>
                      <a:cubicBezTo>
                        <a:pt x="378" y="477"/>
                        <a:pt x="381" y="445"/>
                        <a:pt x="381" y="418"/>
                      </a:cubicBezTo>
                      <a:cubicBezTo>
                        <a:pt x="381" y="241"/>
                        <a:pt x="381" y="241"/>
                        <a:pt x="381" y="241"/>
                      </a:cubicBezTo>
                      <a:cubicBezTo>
                        <a:pt x="428" y="241"/>
                        <a:pt x="428" y="241"/>
                        <a:pt x="428" y="241"/>
                      </a:cubicBezTo>
                      <a:cubicBezTo>
                        <a:pt x="445" y="241"/>
                        <a:pt x="457" y="221"/>
                        <a:pt x="444" y="207"/>
                      </a:cubicBezTo>
                      <a:cubicBezTo>
                        <a:pt x="254" y="16"/>
                        <a:pt x="254" y="16"/>
                        <a:pt x="254" y="16"/>
                      </a:cubicBezTo>
                      <a:cubicBezTo>
                        <a:pt x="241" y="0"/>
                        <a:pt x="218" y="0"/>
                        <a:pt x="204" y="16"/>
                      </a:cubicBezTo>
                      <a:cubicBezTo>
                        <a:pt x="15" y="207"/>
                        <a:pt x="15" y="207"/>
                        <a:pt x="15" y="207"/>
                      </a:cubicBezTo>
                      <a:cubicBezTo>
                        <a:pt x="2" y="222"/>
                        <a:pt x="13" y="241"/>
                        <a:pt x="31" y="241"/>
                      </a:cubicBezTo>
                      <a:cubicBezTo>
                        <a:pt x="75" y="241"/>
                        <a:pt x="75" y="241"/>
                        <a:pt x="75" y="241"/>
                      </a:cubicBezTo>
                      <a:cubicBezTo>
                        <a:pt x="75" y="241"/>
                        <a:pt x="75" y="633"/>
                        <a:pt x="75" y="683"/>
                      </a:cubicBezTo>
                      <a:cubicBezTo>
                        <a:pt x="75" y="739"/>
                        <a:pt x="42" y="784"/>
                        <a:pt x="0" y="784"/>
                      </a:cubicBezTo>
                      <a:cubicBezTo>
                        <a:pt x="0" y="784"/>
                        <a:pt x="31" y="791"/>
                        <a:pt x="66" y="762"/>
                      </a:cubicBezTo>
                      <a:cubicBezTo>
                        <a:pt x="81" y="750"/>
                        <a:pt x="363" y="492"/>
                        <a:pt x="363" y="49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268" name="Freeform 10"/>
                <p:cNvSpPr/>
                <p:nvPr/>
              </p:nvSpPr>
              <p:spPr bwMode="auto">
                <a:xfrm rot="2700000">
                  <a:off x="614612" y="726093"/>
                  <a:ext cx="712551" cy="1941775"/>
                </a:xfrm>
                <a:custGeom>
                  <a:avLst/>
                  <a:gdLst>
                    <a:gd name="T0" fmla="*/ 2147483647 w 301"/>
                    <a:gd name="T1" fmla="*/ 2147483647 h 821"/>
                    <a:gd name="T2" fmla="*/ 2147483647 w 301"/>
                    <a:gd name="T3" fmla="*/ 2147483647 h 821"/>
                    <a:gd name="T4" fmla="*/ 2147483647 w 301"/>
                    <a:gd name="T5" fmla="*/ 0 h 821"/>
                    <a:gd name="T6" fmla="*/ 0 w 301"/>
                    <a:gd name="T7" fmla="*/ 0 h 821"/>
                    <a:gd name="T8" fmla="*/ 0 w 301"/>
                    <a:gd name="T9" fmla="*/ 2147483647 h 821"/>
                    <a:gd name="T10" fmla="*/ 2147483647 w 301"/>
                    <a:gd name="T11" fmla="*/ 2147483647 h 82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301"/>
                    <a:gd name="T19" fmla="*/ 0 h 821"/>
                    <a:gd name="T20" fmla="*/ 301 w 301"/>
                    <a:gd name="T21" fmla="*/ 821 h 82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301" h="821">
                      <a:moveTo>
                        <a:pt x="20" y="539"/>
                      </a:moveTo>
                      <a:cubicBezTo>
                        <a:pt x="301" y="821"/>
                        <a:pt x="301" y="821"/>
                        <a:pt x="301" y="821"/>
                      </a:cubicBezTo>
                      <a:cubicBezTo>
                        <a:pt x="301" y="0"/>
                        <a:pt x="301" y="0"/>
                        <a:pt x="30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93"/>
                        <a:pt x="0" y="493"/>
                        <a:pt x="0" y="493"/>
                      </a:cubicBezTo>
                      <a:cubicBezTo>
                        <a:pt x="7" y="520"/>
                        <a:pt x="15" y="532"/>
                        <a:pt x="20" y="539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0269" name="Freeform 11"/>
                <p:cNvSpPr/>
                <p:nvPr/>
              </p:nvSpPr>
              <p:spPr bwMode="auto">
                <a:xfrm rot="2700000">
                  <a:off x="-56035" y="2051393"/>
                  <a:ext cx="1870819" cy="1078320"/>
                </a:xfrm>
                <a:custGeom>
                  <a:avLst/>
                  <a:gdLst>
                    <a:gd name="T0" fmla="*/ 2147483647 w 791"/>
                    <a:gd name="T1" fmla="*/ 2147483647 h 456"/>
                    <a:gd name="T2" fmla="*/ 2147483647 w 791"/>
                    <a:gd name="T3" fmla="*/ 2147483647 h 456"/>
                    <a:gd name="T4" fmla="*/ 2147483647 w 791"/>
                    <a:gd name="T5" fmla="*/ 2147483647 h 456"/>
                    <a:gd name="T6" fmla="*/ 2147483647 w 791"/>
                    <a:gd name="T7" fmla="*/ 2147483647 h 456"/>
                    <a:gd name="T8" fmla="*/ 2147483647 w 791"/>
                    <a:gd name="T9" fmla="*/ 2147483647 h 456"/>
                    <a:gd name="T10" fmla="*/ 2147483647 w 791"/>
                    <a:gd name="T11" fmla="*/ 2147483647 h 456"/>
                    <a:gd name="T12" fmla="*/ 2147483647 w 791"/>
                    <a:gd name="T13" fmla="*/ 2147483647 h 456"/>
                    <a:gd name="T14" fmla="*/ 2147483647 w 791"/>
                    <a:gd name="T15" fmla="*/ 2147483647 h 456"/>
                    <a:gd name="T16" fmla="*/ 2147483647 w 791"/>
                    <a:gd name="T17" fmla="*/ 2147483647 h 456"/>
                    <a:gd name="T18" fmla="*/ 2147483647 w 791"/>
                    <a:gd name="T19" fmla="*/ 2147483647 h 456"/>
                    <a:gd name="T20" fmla="*/ 2147483647 w 791"/>
                    <a:gd name="T21" fmla="*/ 2147483647 h 456"/>
                    <a:gd name="T22" fmla="*/ 2147483647 w 791"/>
                    <a:gd name="T23" fmla="*/ 0 h 456"/>
                    <a:gd name="T24" fmla="*/ 2147483647 w 791"/>
                    <a:gd name="T25" fmla="*/ 2147483647 h 456"/>
                    <a:gd name="T26" fmla="*/ 2147483647 w 791"/>
                    <a:gd name="T27" fmla="*/ 2147483647 h 45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91"/>
                    <a:gd name="T43" fmla="*/ 0 h 456"/>
                    <a:gd name="T44" fmla="*/ 791 w 791"/>
                    <a:gd name="T45" fmla="*/ 456 h 45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91" h="456">
                      <a:moveTo>
                        <a:pt x="298" y="362"/>
                      </a:moveTo>
                      <a:cubicBezTo>
                        <a:pt x="314" y="378"/>
                        <a:pt x="345" y="381"/>
                        <a:pt x="373" y="381"/>
                      </a:cubicBezTo>
                      <a:cubicBezTo>
                        <a:pt x="550" y="381"/>
                        <a:pt x="550" y="381"/>
                        <a:pt x="550" y="381"/>
                      </a:cubicBezTo>
                      <a:cubicBezTo>
                        <a:pt x="550" y="428"/>
                        <a:pt x="550" y="428"/>
                        <a:pt x="550" y="428"/>
                      </a:cubicBezTo>
                      <a:cubicBezTo>
                        <a:pt x="550" y="444"/>
                        <a:pt x="569" y="456"/>
                        <a:pt x="584" y="444"/>
                      </a:cubicBezTo>
                      <a:cubicBezTo>
                        <a:pt x="774" y="254"/>
                        <a:pt x="774" y="254"/>
                        <a:pt x="774" y="254"/>
                      </a:cubicBezTo>
                      <a:cubicBezTo>
                        <a:pt x="791" y="240"/>
                        <a:pt x="791" y="218"/>
                        <a:pt x="774" y="204"/>
                      </a:cubicBezTo>
                      <a:cubicBezTo>
                        <a:pt x="584" y="14"/>
                        <a:pt x="584" y="14"/>
                        <a:pt x="584" y="14"/>
                      </a:cubicBezTo>
                      <a:cubicBezTo>
                        <a:pt x="569" y="2"/>
                        <a:pt x="550" y="12"/>
                        <a:pt x="550" y="31"/>
                      </a:cubicBezTo>
                      <a:cubicBezTo>
                        <a:pt x="549" y="75"/>
                        <a:pt x="549" y="75"/>
                        <a:pt x="549" y="75"/>
                      </a:cubicBezTo>
                      <a:cubicBezTo>
                        <a:pt x="549" y="75"/>
                        <a:pt x="157" y="75"/>
                        <a:pt x="107" y="75"/>
                      </a:cubicBezTo>
                      <a:cubicBezTo>
                        <a:pt x="51" y="75"/>
                        <a:pt x="6" y="42"/>
                        <a:pt x="6" y="0"/>
                      </a:cubicBezTo>
                      <a:cubicBezTo>
                        <a:pt x="6" y="0"/>
                        <a:pt x="0" y="31"/>
                        <a:pt x="28" y="66"/>
                      </a:cubicBezTo>
                      <a:cubicBezTo>
                        <a:pt x="40" y="81"/>
                        <a:pt x="298" y="362"/>
                        <a:pt x="298" y="36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20000"/>
                    </a:lnSpc>
                  </a:pPr>
                  <a:endParaRPr lang="zh-CN" altLang="en-US" sz="160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10262" name="Freeform 12"/>
              <p:cNvSpPr/>
              <p:nvPr/>
            </p:nvSpPr>
            <p:spPr bwMode="auto">
              <a:xfrm rot="2700000">
                <a:off x="1261261" y="-56035"/>
                <a:ext cx="1081317" cy="1870820"/>
              </a:xfrm>
              <a:custGeom>
                <a:avLst/>
                <a:gdLst>
                  <a:gd name="T0" fmla="*/ 2147483647 w 457"/>
                  <a:gd name="T1" fmla="*/ 2147483647 h 791"/>
                  <a:gd name="T2" fmla="*/ 2147483647 w 457"/>
                  <a:gd name="T3" fmla="*/ 2147483647 h 791"/>
                  <a:gd name="T4" fmla="*/ 2147483647 w 457"/>
                  <a:gd name="T5" fmla="*/ 2147483647 h 791"/>
                  <a:gd name="T6" fmla="*/ 2147483647 w 457"/>
                  <a:gd name="T7" fmla="*/ 2147483647 h 791"/>
                  <a:gd name="T8" fmla="*/ 2147483647 w 457"/>
                  <a:gd name="T9" fmla="*/ 2147483647 h 791"/>
                  <a:gd name="T10" fmla="*/ 2147483647 w 457"/>
                  <a:gd name="T11" fmla="*/ 2147483647 h 791"/>
                  <a:gd name="T12" fmla="*/ 2147483647 w 457"/>
                  <a:gd name="T13" fmla="*/ 2147483647 h 791"/>
                  <a:gd name="T14" fmla="*/ 2147483647 w 457"/>
                  <a:gd name="T15" fmla="*/ 2147483647 h 791"/>
                  <a:gd name="T16" fmla="*/ 2147483647 w 457"/>
                  <a:gd name="T17" fmla="*/ 2147483647 h 791"/>
                  <a:gd name="T18" fmla="*/ 2147483647 w 457"/>
                  <a:gd name="T19" fmla="*/ 2147483647 h 791"/>
                  <a:gd name="T20" fmla="*/ 2147483647 w 457"/>
                  <a:gd name="T21" fmla="*/ 2147483647 h 791"/>
                  <a:gd name="T22" fmla="*/ 2147483647 w 457"/>
                  <a:gd name="T23" fmla="*/ 2147483647 h 791"/>
                  <a:gd name="T24" fmla="*/ 2147483647 w 457"/>
                  <a:gd name="T25" fmla="*/ 2147483647 h 791"/>
                  <a:gd name="T26" fmla="*/ 2147483647 w 457"/>
                  <a:gd name="T27" fmla="*/ 2147483647 h 79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57"/>
                  <a:gd name="T43" fmla="*/ 0 h 791"/>
                  <a:gd name="T44" fmla="*/ 457 w 457"/>
                  <a:gd name="T45" fmla="*/ 791 h 791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57" h="791">
                    <a:moveTo>
                      <a:pt x="94" y="299"/>
                    </a:moveTo>
                    <a:cubicBezTo>
                      <a:pt x="79" y="315"/>
                      <a:pt x="75" y="346"/>
                      <a:pt x="75" y="373"/>
                    </a:cubicBezTo>
                    <a:cubicBezTo>
                      <a:pt x="75" y="550"/>
                      <a:pt x="75" y="550"/>
                      <a:pt x="75" y="550"/>
                    </a:cubicBezTo>
                    <a:cubicBezTo>
                      <a:pt x="29" y="550"/>
                      <a:pt x="29" y="550"/>
                      <a:pt x="29" y="550"/>
                    </a:cubicBezTo>
                    <a:cubicBezTo>
                      <a:pt x="12" y="550"/>
                      <a:pt x="0" y="570"/>
                      <a:pt x="13" y="585"/>
                    </a:cubicBezTo>
                    <a:cubicBezTo>
                      <a:pt x="202" y="775"/>
                      <a:pt x="202" y="775"/>
                      <a:pt x="202" y="775"/>
                    </a:cubicBezTo>
                    <a:cubicBezTo>
                      <a:pt x="216" y="791"/>
                      <a:pt x="239" y="791"/>
                      <a:pt x="253" y="775"/>
                    </a:cubicBezTo>
                    <a:cubicBezTo>
                      <a:pt x="442" y="585"/>
                      <a:pt x="442" y="585"/>
                      <a:pt x="442" y="585"/>
                    </a:cubicBezTo>
                    <a:cubicBezTo>
                      <a:pt x="455" y="570"/>
                      <a:pt x="444" y="550"/>
                      <a:pt x="426" y="550"/>
                    </a:cubicBezTo>
                    <a:cubicBezTo>
                      <a:pt x="381" y="550"/>
                      <a:pt x="381" y="550"/>
                      <a:pt x="381" y="550"/>
                    </a:cubicBezTo>
                    <a:cubicBezTo>
                      <a:pt x="381" y="550"/>
                      <a:pt x="381" y="158"/>
                      <a:pt x="381" y="108"/>
                    </a:cubicBezTo>
                    <a:cubicBezTo>
                      <a:pt x="381" y="52"/>
                      <a:pt x="414" y="7"/>
                      <a:pt x="457" y="7"/>
                    </a:cubicBezTo>
                    <a:cubicBezTo>
                      <a:pt x="457" y="7"/>
                      <a:pt x="426" y="0"/>
                      <a:pt x="390" y="29"/>
                    </a:cubicBezTo>
                    <a:cubicBezTo>
                      <a:pt x="375" y="41"/>
                      <a:pt x="94" y="299"/>
                      <a:pt x="94" y="29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0257" name="文本框 62"/>
            <p:cNvSpPr txBox="1">
              <a:spLocks noChangeArrowheads="1"/>
            </p:cNvSpPr>
            <p:nvPr/>
          </p:nvSpPr>
          <p:spPr bwMode="auto">
            <a:xfrm>
              <a:off x="1194650" y="923099"/>
              <a:ext cx="547751" cy="513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58" name="文本框 63"/>
            <p:cNvSpPr txBox="1">
              <a:spLocks noChangeArrowheads="1"/>
            </p:cNvSpPr>
            <p:nvPr/>
          </p:nvSpPr>
          <p:spPr bwMode="auto">
            <a:xfrm>
              <a:off x="939877" y="2659858"/>
              <a:ext cx="547751" cy="513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59" name="文本框 64"/>
            <p:cNvSpPr txBox="1">
              <a:spLocks noChangeArrowheads="1"/>
            </p:cNvSpPr>
            <p:nvPr/>
          </p:nvSpPr>
          <p:spPr bwMode="auto">
            <a:xfrm>
              <a:off x="2599880" y="2894696"/>
              <a:ext cx="547751" cy="513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60" name="文本框 65"/>
            <p:cNvSpPr txBox="1">
              <a:spLocks noChangeArrowheads="1"/>
            </p:cNvSpPr>
            <p:nvPr/>
          </p:nvSpPr>
          <p:spPr bwMode="auto">
            <a:xfrm>
              <a:off x="2913358" y="1212606"/>
              <a:ext cx="547751" cy="513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/>
                  <a:cs typeface="微软雅黑 Light" panose="020B0502040204020203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6" name="TextBox 23"/>
          <p:cNvSpPr txBox="1"/>
          <p:nvPr/>
        </p:nvSpPr>
        <p:spPr>
          <a:xfrm>
            <a:off x="2829500" y="1878278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TextBox 24"/>
          <p:cNvSpPr txBox="1"/>
          <p:nvPr/>
        </p:nvSpPr>
        <p:spPr>
          <a:xfrm>
            <a:off x="3969549" y="1644630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TextBox 23"/>
          <p:cNvSpPr txBox="1"/>
          <p:nvPr/>
        </p:nvSpPr>
        <p:spPr>
          <a:xfrm>
            <a:off x="1324123" y="4191514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TextBox 24"/>
          <p:cNvSpPr txBox="1"/>
          <p:nvPr/>
        </p:nvSpPr>
        <p:spPr>
          <a:xfrm>
            <a:off x="2464173" y="395786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TextBox 23"/>
          <p:cNvSpPr txBox="1"/>
          <p:nvPr/>
        </p:nvSpPr>
        <p:spPr>
          <a:xfrm>
            <a:off x="8988155" y="4143406"/>
            <a:ext cx="247651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5" name="TextBox 24"/>
          <p:cNvSpPr txBox="1"/>
          <p:nvPr/>
        </p:nvSpPr>
        <p:spPr>
          <a:xfrm>
            <a:off x="8988155" y="3909759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6819902" y="6172307"/>
            <a:ext cx="247651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TextBox 24"/>
          <p:cNvSpPr txBox="1"/>
          <p:nvPr/>
        </p:nvSpPr>
        <p:spPr>
          <a:xfrm>
            <a:off x="6819902" y="5938660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4" grpId="0"/>
      <p:bldP spid="55" grpId="0"/>
      <p:bldP spid="56" grpId="0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AutoShape 2"/>
          <p:cNvSpPr/>
          <p:nvPr/>
        </p:nvSpPr>
        <p:spPr bwMode="auto">
          <a:xfrm>
            <a:off x="7522831" y="5691528"/>
            <a:ext cx="580087" cy="66965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21599" y="5400"/>
                </a:lnTo>
                <a:lnTo>
                  <a:pt x="21599" y="16200"/>
                </a:lnTo>
                <a:lnTo>
                  <a:pt x="10799" y="21599"/>
                </a:lnTo>
                <a:lnTo>
                  <a:pt x="0" y="16199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lIns="0" tIns="0" rIns="0" bIns="0" anchor="ctr"/>
          <a:lstStyle>
            <a:lvl1pPr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eaLnBrk="1">
              <a:lnSpc>
                <a:spcPct val="120000"/>
              </a:lnSpc>
            </a:pPr>
            <a:r>
              <a:rPr lang="es-ES" altLang="zh-CN" sz="1685" b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endParaRPr lang="es-ES" altLang="zh-CN" sz="132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492" name="AutoShape 4"/>
          <p:cNvSpPr/>
          <p:nvPr/>
        </p:nvSpPr>
        <p:spPr bwMode="auto">
          <a:xfrm>
            <a:off x="4764697" y="3567054"/>
            <a:ext cx="580087" cy="66965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21599" y="5400"/>
                </a:lnTo>
                <a:lnTo>
                  <a:pt x="21599" y="16200"/>
                </a:lnTo>
                <a:lnTo>
                  <a:pt x="10799" y="21599"/>
                </a:lnTo>
                <a:lnTo>
                  <a:pt x="0" y="16199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1685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494" name="AutoShape 6"/>
          <p:cNvSpPr/>
          <p:nvPr/>
        </p:nvSpPr>
        <p:spPr bwMode="auto">
          <a:xfrm>
            <a:off x="7509437" y="4120354"/>
            <a:ext cx="580087" cy="66965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21599" y="5400"/>
                </a:lnTo>
                <a:lnTo>
                  <a:pt x="21599" y="16200"/>
                </a:lnTo>
                <a:lnTo>
                  <a:pt x="10799" y="21599"/>
                </a:lnTo>
                <a:lnTo>
                  <a:pt x="0" y="16199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1685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496" name="AutoShape 8"/>
          <p:cNvSpPr/>
          <p:nvPr/>
        </p:nvSpPr>
        <p:spPr bwMode="auto">
          <a:xfrm>
            <a:off x="4751303" y="2174175"/>
            <a:ext cx="580087" cy="669653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0"/>
                </a:moveTo>
                <a:lnTo>
                  <a:pt x="21599" y="5400"/>
                </a:lnTo>
                <a:lnTo>
                  <a:pt x="21599" y="16200"/>
                </a:lnTo>
                <a:lnTo>
                  <a:pt x="10799" y="21599"/>
                </a:lnTo>
                <a:lnTo>
                  <a:pt x="0" y="16199"/>
                </a:lnTo>
                <a:lnTo>
                  <a:pt x="0" y="54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0" tIns="0" rIns="0" bIns="0" anchor="ctr"/>
          <a:lstStyle>
            <a:lvl1pPr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1pPr>
            <a:lvl2pPr marL="742950" indent="-28575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2pPr>
            <a:lvl3pPr marL="1143000" indent="-2286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3pPr>
            <a:lvl4pPr marL="1600200" indent="-2286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4pPr>
            <a:lvl5pPr marL="2057400" indent="-228600" eaLnBrk="0"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5pPr>
            <a:lvl6pPr marL="25146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6pPr>
            <a:lvl7pPr marL="29718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7pPr>
            <a:lvl8pPr marL="34290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8pPr>
            <a:lvl9pPr marL="3886200" indent="-228600" algn="ctr" defTabSz="8255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FFFFFF"/>
                </a:solidFill>
                <a:latin typeface="Lato" charset="0"/>
                <a:ea typeface="MS PGothic" panose="020B0600070205080204" pitchFamily="34" charset="-128"/>
                <a:sym typeface="Lato" charset="0"/>
              </a:defRPr>
            </a:lvl9pPr>
          </a:lstStyle>
          <a:p>
            <a:pPr eaLnBrk="1">
              <a:lnSpc>
                <a:spcPct val="120000"/>
              </a:lnSpc>
            </a:pPr>
            <a:r>
              <a:rPr lang="es-ES" altLang="zh-CN" sz="1685" b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endParaRPr lang="es-ES" altLang="zh-CN" sz="132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498" name="AutoShape 10"/>
          <p:cNvSpPr/>
          <p:nvPr/>
        </p:nvSpPr>
        <p:spPr bwMode="auto">
          <a:xfrm>
            <a:off x="4785623" y="5127346"/>
            <a:ext cx="580087" cy="66965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21599" y="5400"/>
                </a:lnTo>
                <a:lnTo>
                  <a:pt x="21599" y="16200"/>
                </a:lnTo>
                <a:lnTo>
                  <a:pt x="10799" y="21599"/>
                </a:lnTo>
                <a:lnTo>
                  <a:pt x="0" y="16199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lIns="0" tIns="0" rIns="0" bIns="0" anchor="ctr"/>
          <a:lstStyle/>
          <a:p>
            <a:pPr>
              <a:lnSpc>
                <a:spcPct val="120000"/>
              </a:lnSpc>
              <a:defRPr/>
            </a:pPr>
            <a:endParaRPr lang="es-ES" sz="1685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0" name="AutoShape 12"/>
          <p:cNvSpPr/>
          <p:nvPr/>
        </p:nvSpPr>
        <p:spPr bwMode="auto">
          <a:xfrm>
            <a:off x="7504415" y="2727476"/>
            <a:ext cx="580087" cy="669653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21599" y="5400"/>
                </a:lnTo>
                <a:lnTo>
                  <a:pt x="21599" y="16200"/>
                </a:lnTo>
                <a:lnTo>
                  <a:pt x="10799" y="21599"/>
                </a:lnTo>
                <a:lnTo>
                  <a:pt x="0" y="16199"/>
                </a:lnTo>
                <a:lnTo>
                  <a:pt x="0" y="5400"/>
                </a:lnTo>
                <a:lnTo>
                  <a:pt x="108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4" name="Line 16"/>
          <p:cNvSpPr>
            <a:spLocks noChangeShapeType="1"/>
          </p:cNvSpPr>
          <p:nvPr/>
        </p:nvSpPr>
        <p:spPr bwMode="auto">
          <a:xfrm>
            <a:off x="5615993" y="5491469"/>
            <a:ext cx="1656554" cy="495543"/>
          </a:xfrm>
          <a:prstGeom prst="lin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240665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 flipV="1">
            <a:off x="5618504" y="4460203"/>
            <a:ext cx="1623071" cy="1017036"/>
          </a:xfrm>
          <a:prstGeom prst="lin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240665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6" name="Line 18"/>
          <p:cNvSpPr>
            <a:spLocks noChangeShapeType="1"/>
          </p:cNvSpPr>
          <p:nvPr/>
        </p:nvSpPr>
        <p:spPr bwMode="auto">
          <a:xfrm>
            <a:off x="5614317" y="3910252"/>
            <a:ext cx="1625583" cy="547441"/>
          </a:xfrm>
          <a:prstGeom prst="lin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240665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 flipV="1">
            <a:off x="5617665" y="3082392"/>
            <a:ext cx="1590426" cy="831207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240665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8" name="Line 20"/>
          <p:cNvSpPr>
            <a:spLocks noChangeShapeType="1"/>
          </p:cNvSpPr>
          <p:nvPr/>
        </p:nvSpPr>
        <p:spPr bwMode="auto">
          <a:xfrm>
            <a:off x="5630222" y="2507328"/>
            <a:ext cx="1574522" cy="562508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defTabSz="240665">
              <a:defRPr/>
            </a:pPr>
            <a:endParaRPr lang="es-ES" sz="635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09" name="AutoShape 21"/>
          <p:cNvSpPr/>
          <p:nvPr/>
        </p:nvSpPr>
        <p:spPr bwMode="auto">
          <a:xfrm>
            <a:off x="7090066" y="2951811"/>
            <a:ext cx="227683" cy="227683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accent2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>
              <a:lnSpc>
                <a:spcPct val="120000"/>
              </a:lnSpc>
              <a:defRPr/>
            </a:pPr>
            <a:endParaRPr lang="es-ES" sz="2110">
              <a:solidFill>
                <a:srgbClr val="F1F2F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10" name="AutoShape 22"/>
          <p:cNvSpPr/>
          <p:nvPr/>
        </p:nvSpPr>
        <p:spPr bwMode="auto">
          <a:xfrm>
            <a:off x="7125222" y="4335481"/>
            <a:ext cx="227683" cy="227683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accent4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>
              <a:lnSpc>
                <a:spcPct val="120000"/>
              </a:lnSpc>
              <a:defRPr/>
            </a:pPr>
            <a:endParaRPr lang="es-ES" sz="2110">
              <a:solidFill>
                <a:srgbClr val="F1F2F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11" name="AutoShape 23"/>
          <p:cNvSpPr/>
          <p:nvPr/>
        </p:nvSpPr>
        <p:spPr bwMode="auto">
          <a:xfrm>
            <a:off x="7170424" y="5889076"/>
            <a:ext cx="227683" cy="227683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accent6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defTabSz="307975">
              <a:lnSpc>
                <a:spcPct val="120000"/>
              </a:lnSpc>
              <a:defRPr/>
            </a:pPr>
            <a:endParaRPr lang="es-ES" sz="2110">
              <a:solidFill>
                <a:srgbClr val="F1F2F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12" name="AutoShape 24"/>
          <p:cNvSpPr/>
          <p:nvPr/>
        </p:nvSpPr>
        <p:spPr bwMode="auto">
          <a:xfrm>
            <a:off x="5533123" y="2389301"/>
            <a:ext cx="227683" cy="227683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accent1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algn="r" defTabSz="307975">
              <a:lnSpc>
                <a:spcPct val="120000"/>
              </a:lnSpc>
              <a:defRPr/>
            </a:pPr>
            <a:endParaRPr lang="es-ES" sz="2110">
              <a:solidFill>
                <a:srgbClr val="F1F2F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13" name="AutoShape 25"/>
          <p:cNvSpPr/>
          <p:nvPr/>
        </p:nvSpPr>
        <p:spPr bwMode="auto">
          <a:xfrm>
            <a:off x="5514707" y="3782180"/>
            <a:ext cx="227683" cy="227683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accent3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algn="r" defTabSz="307975">
              <a:lnSpc>
                <a:spcPct val="120000"/>
              </a:lnSpc>
              <a:defRPr/>
            </a:pPr>
            <a:endParaRPr lang="es-ES" sz="2110">
              <a:solidFill>
                <a:srgbClr val="F1F2F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514" name="AutoShape 26"/>
          <p:cNvSpPr/>
          <p:nvPr/>
        </p:nvSpPr>
        <p:spPr bwMode="auto">
          <a:xfrm>
            <a:off x="5506336" y="5353353"/>
            <a:ext cx="227683" cy="227683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9"/>
                  <a:pt x="6723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3" y="-961"/>
                  <a:pt x="12953" y="-961"/>
                  <a:pt x="16796" y="2881"/>
                </a:cubicBezTo>
              </a:path>
            </a:pathLst>
          </a:custGeom>
          <a:solidFill>
            <a:schemeClr val="accent5"/>
          </a:solidFill>
          <a:ln w="25400" cap="flat" cmpd="sng">
            <a:solidFill>
              <a:srgbClr val="000000">
                <a:alpha val="0"/>
              </a:srgbClr>
            </a:solidFill>
            <a:prstDash val="solid"/>
            <a:miter lim="0"/>
          </a:ln>
          <a:effectLst/>
        </p:spPr>
        <p:txBody>
          <a:bodyPr lIns="0" tIns="0" rIns="0" bIns="0" anchor="ctr"/>
          <a:lstStyle/>
          <a:p>
            <a:pPr algn="r" defTabSz="307975">
              <a:lnSpc>
                <a:spcPct val="120000"/>
              </a:lnSpc>
              <a:defRPr/>
            </a:pPr>
            <a:endParaRPr lang="es-ES" sz="2110">
              <a:solidFill>
                <a:srgbClr val="F1F2F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TextBox 23"/>
          <p:cNvSpPr txBox="1"/>
          <p:nvPr/>
        </p:nvSpPr>
        <p:spPr>
          <a:xfrm>
            <a:off x="1491913" y="2578031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TextBox 24"/>
          <p:cNvSpPr txBox="1"/>
          <p:nvPr/>
        </p:nvSpPr>
        <p:spPr>
          <a:xfrm>
            <a:off x="2631962" y="2261261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TextBox 23"/>
          <p:cNvSpPr txBox="1"/>
          <p:nvPr/>
        </p:nvSpPr>
        <p:spPr>
          <a:xfrm>
            <a:off x="1491913" y="3946107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TextBox 24"/>
          <p:cNvSpPr txBox="1"/>
          <p:nvPr/>
        </p:nvSpPr>
        <p:spPr>
          <a:xfrm>
            <a:off x="2631962" y="3629337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TextBox 23"/>
          <p:cNvSpPr txBox="1"/>
          <p:nvPr/>
        </p:nvSpPr>
        <p:spPr>
          <a:xfrm>
            <a:off x="1491913" y="5377665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TextBox 24"/>
          <p:cNvSpPr txBox="1"/>
          <p:nvPr/>
        </p:nvSpPr>
        <p:spPr>
          <a:xfrm>
            <a:off x="2631962" y="506089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TextBox 23"/>
          <p:cNvSpPr txBox="1"/>
          <p:nvPr/>
        </p:nvSpPr>
        <p:spPr>
          <a:xfrm>
            <a:off x="8874279" y="2578031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TextBox 24"/>
          <p:cNvSpPr txBox="1"/>
          <p:nvPr/>
        </p:nvSpPr>
        <p:spPr>
          <a:xfrm>
            <a:off x="8874279" y="2261261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TextBox 23"/>
          <p:cNvSpPr txBox="1"/>
          <p:nvPr/>
        </p:nvSpPr>
        <p:spPr>
          <a:xfrm>
            <a:off x="8874279" y="3946107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TextBox 24"/>
          <p:cNvSpPr txBox="1"/>
          <p:nvPr/>
        </p:nvSpPr>
        <p:spPr>
          <a:xfrm>
            <a:off x="8874279" y="3629337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TextBox 23"/>
          <p:cNvSpPr txBox="1"/>
          <p:nvPr/>
        </p:nvSpPr>
        <p:spPr>
          <a:xfrm>
            <a:off x="8874279" y="5377665"/>
            <a:ext cx="25814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TextBox 24"/>
          <p:cNvSpPr txBox="1"/>
          <p:nvPr/>
        </p:nvSpPr>
        <p:spPr>
          <a:xfrm>
            <a:off x="8874279" y="506089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2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8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4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6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2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8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4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6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200"/>
                            </p:stCondLst>
                            <p:childTnLst>
                              <p:par>
                                <p:cTn id="7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700"/>
                            </p:stCondLst>
                            <p:childTnLst>
                              <p:par>
                                <p:cTn id="8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200"/>
                            </p:stCondLst>
                            <p:childTnLst>
                              <p:par>
                                <p:cTn id="9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700"/>
                            </p:stCondLst>
                            <p:childTnLst>
                              <p:par>
                                <p:cTn id="10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2200"/>
                            </p:stCondLst>
                            <p:childTnLst>
                              <p:par>
                                <p:cTn id="10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2700"/>
                            </p:stCondLst>
                            <p:childTnLst>
                              <p:par>
                                <p:cTn id="1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nimBg="1" autoUpdateAnimBg="0"/>
      <p:bldP spid="63496" grpId="0" animBg="1" autoUpdateAnimBg="0"/>
      <p:bldP spid="63500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4430105" y="2447748"/>
            <a:ext cx="3998543" cy="3850364"/>
            <a:chOff x="4200186" y="2320894"/>
            <a:chExt cx="3791627" cy="3651116"/>
          </a:xfrm>
        </p:grpSpPr>
        <p:sp>
          <p:nvSpPr>
            <p:cNvPr id="7" name="Rounded Rectangle 6"/>
            <p:cNvSpPr/>
            <p:nvPr/>
          </p:nvSpPr>
          <p:spPr>
            <a:xfrm flipH="1">
              <a:off x="4214254" y="4850056"/>
              <a:ext cx="3777559" cy="91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 rot="3492391" flipH="1">
              <a:off x="4991307" y="3689252"/>
              <a:ext cx="3651116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 rot="18107609">
              <a:off x="3556490" y="3689252"/>
              <a:ext cx="3651116" cy="9144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 flipH="1">
              <a:off x="4200186" y="4850056"/>
              <a:ext cx="1948760" cy="91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725181" y="2613073"/>
              <a:ext cx="755703" cy="755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297730" y="4929404"/>
              <a:ext cx="755703" cy="755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7164059" y="4930934"/>
              <a:ext cx="755703" cy="7557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5950368" y="2791506"/>
              <a:ext cx="305327" cy="398835"/>
            </a:xfrm>
            <a:custGeom>
              <a:avLst/>
              <a:gdLst>
                <a:gd name="T0" fmla="*/ 60 w 74"/>
                <a:gd name="T1" fmla="*/ 0 h 97"/>
                <a:gd name="T2" fmla="*/ 72 w 74"/>
                <a:gd name="T3" fmla="*/ 11 h 97"/>
                <a:gd name="T4" fmla="*/ 70 w 74"/>
                <a:gd name="T5" fmla="*/ 52 h 97"/>
                <a:gd name="T6" fmla="*/ 63 w 74"/>
                <a:gd name="T7" fmla="*/ 11 h 97"/>
                <a:gd name="T8" fmla="*/ 60 w 74"/>
                <a:gd name="T9" fmla="*/ 8 h 97"/>
                <a:gd name="T10" fmla="*/ 26 w 74"/>
                <a:gd name="T11" fmla="*/ 11 h 97"/>
                <a:gd name="T12" fmla="*/ 26 w 74"/>
                <a:gd name="T13" fmla="*/ 18 h 97"/>
                <a:gd name="T14" fmla="*/ 19 w 74"/>
                <a:gd name="T15" fmla="*/ 24 h 97"/>
                <a:gd name="T16" fmla="*/ 12 w 74"/>
                <a:gd name="T17" fmla="*/ 24 h 97"/>
                <a:gd name="T18" fmla="*/ 8 w 74"/>
                <a:gd name="T19" fmla="*/ 79 h 97"/>
                <a:gd name="T20" fmla="*/ 9 w 74"/>
                <a:gd name="T21" fmla="*/ 81 h 97"/>
                <a:gd name="T22" fmla="*/ 28 w 74"/>
                <a:gd name="T23" fmla="*/ 82 h 97"/>
                <a:gd name="T24" fmla="*/ 37 w 74"/>
                <a:gd name="T25" fmla="*/ 90 h 97"/>
                <a:gd name="T26" fmla="*/ 3 w 74"/>
                <a:gd name="T27" fmla="*/ 87 h 97"/>
                <a:gd name="T28" fmla="*/ 3 w 74"/>
                <a:gd name="T29" fmla="*/ 87 h 97"/>
                <a:gd name="T30" fmla="*/ 0 w 74"/>
                <a:gd name="T31" fmla="*/ 20 h 97"/>
                <a:gd name="T32" fmla="*/ 1 w 74"/>
                <a:gd name="T33" fmla="*/ 17 h 97"/>
                <a:gd name="T34" fmla="*/ 19 w 74"/>
                <a:gd name="T35" fmla="*/ 0 h 97"/>
                <a:gd name="T36" fmla="*/ 17 w 74"/>
                <a:gd name="T37" fmla="*/ 52 h 97"/>
                <a:gd name="T38" fmla="*/ 27 w 74"/>
                <a:gd name="T39" fmla="*/ 56 h 97"/>
                <a:gd name="T40" fmla="*/ 17 w 74"/>
                <a:gd name="T41" fmla="*/ 52 h 97"/>
                <a:gd name="T42" fmla="*/ 17 w 74"/>
                <a:gd name="T43" fmla="*/ 44 h 97"/>
                <a:gd name="T44" fmla="*/ 56 w 74"/>
                <a:gd name="T45" fmla="*/ 40 h 97"/>
                <a:gd name="T46" fmla="*/ 17 w 74"/>
                <a:gd name="T47" fmla="*/ 28 h 97"/>
                <a:gd name="T48" fmla="*/ 56 w 74"/>
                <a:gd name="T49" fmla="*/ 33 h 97"/>
                <a:gd name="T50" fmla="*/ 17 w 74"/>
                <a:gd name="T51" fmla="*/ 28 h 97"/>
                <a:gd name="T52" fmla="*/ 34 w 74"/>
                <a:gd name="T53" fmla="*/ 22 h 97"/>
                <a:gd name="T54" fmla="*/ 56 w 74"/>
                <a:gd name="T55" fmla="*/ 17 h 97"/>
                <a:gd name="T56" fmla="*/ 41 w 74"/>
                <a:gd name="T57" fmla="*/ 69 h 97"/>
                <a:gd name="T58" fmla="*/ 41 w 74"/>
                <a:gd name="T59" fmla="*/ 69 h 97"/>
                <a:gd name="T60" fmla="*/ 31 w 74"/>
                <a:gd name="T61" fmla="*/ 66 h 97"/>
                <a:gd name="T62" fmla="*/ 47 w 74"/>
                <a:gd name="T63" fmla="*/ 86 h 97"/>
                <a:gd name="T64" fmla="*/ 59 w 74"/>
                <a:gd name="T65" fmla="*/ 87 h 97"/>
                <a:gd name="T66" fmla="*/ 71 w 74"/>
                <a:gd name="T67" fmla="*/ 96 h 97"/>
                <a:gd name="T68" fmla="*/ 72 w 74"/>
                <a:gd name="T69" fmla="*/ 90 h 97"/>
                <a:gd name="T70" fmla="*/ 63 w 74"/>
                <a:gd name="T71" fmla="*/ 80 h 97"/>
                <a:gd name="T72" fmla="*/ 64 w 74"/>
                <a:gd name="T73" fmla="*/ 57 h 97"/>
                <a:gd name="T74" fmla="*/ 38 w 74"/>
                <a:gd name="T75" fmla="*/ 54 h 97"/>
                <a:gd name="T76" fmla="*/ 42 w 74"/>
                <a:gd name="T77" fmla="*/ 58 h 97"/>
                <a:gd name="T78" fmla="*/ 40 w 74"/>
                <a:gd name="T79" fmla="*/ 76 h 97"/>
                <a:gd name="T80" fmla="*/ 57 w 74"/>
                <a:gd name="T81" fmla="*/ 78 h 97"/>
                <a:gd name="T82" fmla="*/ 59 w 74"/>
                <a:gd name="T83" fmla="*/ 61 h 97"/>
                <a:gd name="T84" fmla="*/ 21 w 74"/>
                <a:gd name="T85" fmla="*/ 9 h 97"/>
                <a:gd name="T86" fmla="*/ 13 w 74"/>
                <a:gd name="T87" fmla="*/ 19 h 97"/>
                <a:gd name="T88" fmla="*/ 17 w 74"/>
                <a:gd name="T89" fmla="*/ 20 h 97"/>
                <a:gd name="T90" fmla="*/ 18 w 74"/>
                <a:gd name="T91" fmla="*/ 20 h 97"/>
                <a:gd name="T92" fmla="*/ 22 w 74"/>
                <a:gd name="T93" fmla="*/ 17 h 97"/>
                <a:gd name="T94" fmla="*/ 22 w 74"/>
                <a:gd name="T95" fmla="*/ 15 h 97"/>
                <a:gd name="T96" fmla="*/ 21 w 74"/>
                <a:gd name="T97" fmla="*/ 1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4537230" y="5088755"/>
              <a:ext cx="276702" cy="437000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7348218" y="5147991"/>
              <a:ext cx="387383" cy="332044"/>
            </a:xfrm>
            <a:custGeom>
              <a:avLst/>
              <a:gdLst>
                <a:gd name="T0" fmla="*/ 4 w 94"/>
                <a:gd name="T1" fmla="*/ 19 h 81"/>
                <a:gd name="T2" fmla="*/ 46 w 94"/>
                <a:gd name="T3" fmla="*/ 19 h 81"/>
                <a:gd name="T4" fmla="*/ 50 w 94"/>
                <a:gd name="T5" fmla="*/ 16 h 81"/>
                <a:gd name="T6" fmla="*/ 73 w 94"/>
                <a:gd name="T7" fmla="*/ 0 h 81"/>
                <a:gd name="T8" fmla="*/ 73 w 94"/>
                <a:gd name="T9" fmla="*/ 33 h 81"/>
                <a:gd name="T10" fmla="*/ 73 w 94"/>
                <a:gd name="T11" fmla="*/ 66 h 81"/>
                <a:gd name="T12" fmla="*/ 50 w 94"/>
                <a:gd name="T13" fmla="*/ 49 h 81"/>
                <a:gd name="T14" fmla="*/ 46 w 94"/>
                <a:gd name="T15" fmla="*/ 47 h 81"/>
                <a:gd name="T16" fmla="*/ 33 w 94"/>
                <a:gd name="T17" fmla="*/ 47 h 81"/>
                <a:gd name="T18" fmla="*/ 40 w 94"/>
                <a:gd name="T19" fmla="*/ 70 h 81"/>
                <a:gd name="T20" fmla="*/ 45 w 94"/>
                <a:gd name="T21" fmla="*/ 70 h 81"/>
                <a:gd name="T22" fmla="*/ 45 w 94"/>
                <a:gd name="T23" fmla="*/ 81 h 81"/>
                <a:gd name="T24" fmla="*/ 43 w 94"/>
                <a:gd name="T25" fmla="*/ 81 h 81"/>
                <a:gd name="T26" fmla="*/ 21 w 94"/>
                <a:gd name="T27" fmla="*/ 81 h 81"/>
                <a:gd name="T28" fmla="*/ 11 w 94"/>
                <a:gd name="T29" fmla="*/ 47 h 81"/>
                <a:gd name="T30" fmla="*/ 4 w 94"/>
                <a:gd name="T31" fmla="*/ 47 h 81"/>
                <a:gd name="T32" fmla="*/ 4 w 94"/>
                <a:gd name="T33" fmla="*/ 19 h 81"/>
                <a:gd name="T34" fmla="*/ 87 w 94"/>
                <a:gd name="T35" fmla="*/ 23 h 81"/>
                <a:gd name="T36" fmla="*/ 94 w 94"/>
                <a:gd name="T37" fmla="*/ 33 h 81"/>
                <a:gd name="T38" fmla="*/ 87 w 94"/>
                <a:gd name="T39" fmla="*/ 43 h 81"/>
                <a:gd name="T40" fmla="*/ 87 w 94"/>
                <a:gd name="T41" fmla="*/ 66 h 81"/>
                <a:gd name="T42" fmla="*/ 78 w 94"/>
                <a:gd name="T43" fmla="*/ 66 h 81"/>
                <a:gd name="T44" fmla="*/ 78 w 94"/>
                <a:gd name="T45" fmla="*/ 0 h 81"/>
                <a:gd name="T46" fmla="*/ 87 w 94"/>
                <a:gd name="T47" fmla="*/ 0 h 81"/>
                <a:gd name="T48" fmla="*/ 87 w 94"/>
                <a:gd name="T49" fmla="*/ 23 h 81"/>
                <a:gd name="T50" fmla="*/ 46 w 94"/>
                <a:gd name="T51" fmla="*/ 49 h 81"/>
                <a:gd name="T52" fmla="*/ 37 w 94"/>
                <a:gd name="T53" fmla="*/ 49 h 81"/>
                <a:gd name="T54" fmla="*/ 40 w 94"/>
                <a:gd name="T55" fmla="*/ 61 h 81"/>
                <a:gd name="T56" fmla="*/ 43 w 94"/>
                <a:gd name="T57" fmla="*/ 61 h 81"/>
                <a:gd name="T58" fmla="*/ 43 w 94"/>
                <a:gd name="T59" fmla="*/ 57 h 81"/>
                <a:gd name="T60" fmla="*/ 46 w 94"/>
                <a:gd name="T61" fmla="*/ 4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4" h="81">
                  <a:moveTo>
                    <a:pt x="4" y="19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7"/>
                    <a:pt x="0" y="28"/>
                    <a:pt x="4" y="19"/>
                  </a:cubicBezTo>
                  <a:close/>
                  <a:moveTo>
                    <a:pt x="87" y="23"/>
                  </a:moveTo>
                  <a:cubicBezTo>
                    <a:pt x="91" y="24"/>
                    <a:pt x="94" y="28"/>
                    <a:pt x="94" y="33"/>
                  </a:cubicBezTo>
                  <a:cubicBezTo>
                    <a:pt x="94" y="38"/>
                    <a:pt x="91" y="42"/>
                    <a:pt x="87" y="43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3"/>
                    <a:pt x="87" y="23"/>
                    <a:pt x="87" y="23"/>
                  </a:cubicBezTo>
                  <a:close/>
                  <a:moveTo>
                    <a:pt x="46" y="49"/>
                  </a:moveTo>
                  <a:cubicBezTo>
                    <a:pt x="37" y="49"/>
                    <a:pt x="37" y="49"/>
                    <a:pt x="37" y="49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57"/>
                    <a:pt x="43" y="57"/>
                    <a:pt x="43" y="57"/>
                  </a:cubicBezTo>
                  <a:lnTo>
                    <a:pt x="46" y="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657142" y="4998617"/>
            <a:ext cx="2452753" cy="842529"/>
            <a:chOff x="8512415" y="2327889"/>
            <a:chExt cx="3256083" cy="798929"/>
          </a:xfrm>
        </p:grpSpPr>
        <p:sp>
          <p:nvSpPr>
            <p:cNvPr id="25" name="TextBox 24"/>
            <p:cNvSpPr txBox="1"/>
            <p:nvPr/>
          </p:nvSpPr>
          <p:spPr>
            <a:xfrm>
              <a:off x="8512415" y="2327889"/>
              <a:ext cx="1951008" cy="31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512415" y="2631890"/>
              <a:ext cx="3256083" cy="494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 flipH="1">
            <a:off x="3160100" y="2356862"/>
            <a:ext cx="2365966" cy="842530"/>
            <a:chOff x="8512415" y="2327889"/>
            <a:chExt cx="3256083" cy="798930"/>
          </a:xfrm>
        </p:grpSpPr>
        <p:sp>
          <p:nvSpPr>
            <p:cNvPr id="28" name="TextBox 27"/>
            <p:cNvSpPr txBox="1"/>
            <p:nvPr/>
          </p:nvSpPr>
          <p:spPr>
            <a:xfrm>
              <a:off x="8519745" y="2327889"/>
              <a:ext cx="2035173" cy="31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12415" y="2631891"/>
              <a:ext cx="3256083" cy="494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 flipH="1">
            <a:off x="1892162" y="5166460"/>
            <a:ext cx="2365966" cy="842530"/>
            <a:chOff x="8512415" y="2327889"/>
            <a:chExt cx="3256083" cy="798930"/>
          </a:xfrm>
        </p:grpSpPr>
        <p:sp>
          <p:nvSpPr>
            <p:cNvPr id="32" name="TextBox 31"/>
            <p:cNvSpPr txBox="1"/>
            <p:nvPr/>
          </p:nvSpPr>
          <p:spPr>
            <a:xfrm>
              <a:off x="8519742" y="2327889"/>
              <a:ext cx="2256792" cy="31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8512415" y="2631891"/>
              <a:ext cx="3256083" cy="494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7"/>
          <p:cNvSpPr>
            <a:spLocks noChangeArrowheads="1"/>
          </p:cNvSpPr>
          <p:nvPr/>
        </p:nvSpPr>
        <p:spPr bwMode="auto">
          <a:xfrm>
            <a:off x="5576684" y="1984815"/>
            <a:ext cx="1459844" cy="1287965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zh-CN" sz="1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Freeform 8"/>
          <p:cNvSpPr>
            <a:spLocks noChangeArrowheads="1"/>
          </p:cNvSpPr>
          <p:nvPr/>
        </p:nvSpPr>
        <p:spPr bwMode="auto">
          <a:xfrm>
            <a:off x="4130233" y="3272779"/>
            <a:ext cx="1446451" cy="1392879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zh-CN" sz="1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Freeform 9"/>
          <p:cNvSpPr>
            <a:spLocks noChangeArrowheads="1"/>
          </p:cNvSpPr>
          <p:nvPr/>
        </p:nvSpPr>
        <p:spPr bwMode="auto">
          <a:xfrm>
            <a:off x="4960604" y="4665659"/>
            <a:ext cx="1343770" cy="1468772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zh-CN" sz="1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Freeform 10"/>
          <p:cNvSpPr>
            <a:spLocks noChangeArrowheads="1"/>
          </p:cNvSpPr>
          <p:nvPr/>
        </p:nvSpPr>
        <p:spPr bwMode="auto">
          <a:xfrm>
            <a:off x="6304374" y="4665659"/>
            <a:ext cx="1348235" cy="1468772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zh-CN" sz="1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Freeform 11"/>
          <p:cNvSpPr>
            <a:spLocks noChangeArrowheads="1"/>
          </p:cNvSpPr>
          <p:nvPr/>
        </p:nvSpPr>
        <p:spPr bwMode="auto">
          <a:xfrm>
            <a:off x="7036527" y="3272779"/>
            <a:ext cx="1446451" cy="1392879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zh-CN" sz="16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矩形 7"/>
          <p:cNvSpPr>
            <a:spLocks noChangeArrowheads="1"/>
          </p:cNvSpPr>
          <p:nvPr/>
        </p:nvSpPr>
        <p:spPr bwMode="auto">
          <a:xfrm>
            <a:off x="6052139" y="2574110"/>
            <a:ext cx="502240" cy="46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矩形 8"/>
          <p:cNvSpPr>
            <a:spLocks noChangeArrowheads="1"/>
          </p:cNvSpPr>
          <p:nvPr/>
        </p:nvSpPr>
        <p:spPr bwMode="auto">
          <a:xfrm>
            <a:off x="7402605" y="3536179"/>
            <a:ext cx="502240" cy="46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矩形 9"/>
          <p:cNvSpPr>
            <a:spLocks noChangeArrowheads="1"/>
          </p:cNvSpPr>
          <p:nvPr/>
        </p:nvSpPr>
        <p:spPr bwMode="auto">
          <a:xfrm>
            <a:off x="6898133" y="5138882"/>
            <a:ext cx="502240" cy="46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矩形 10"/>
          <p:cNvSpPr>
            <a:spLocks noChangeArrowheads="1"/>
          </p:cNvSpPr>
          <p:nvPr/>
        </p:nvSpPr>
        <p:spPr bwMode="auto">
          <a:xfrm>
            <a:off x="5128018" y="5158971"/>
            <a:ext cx="502240" cy="46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04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矩形 11"/>
          <p:cNvSpPr>
            <a:spLocks noChangeArrowheads="1"/>
          </p:cNvSpPr>
          <p:nvPr/>
        </p:nvSpPr>
        <p:spPr bwMode="auto">
          <a:xfrm>
            <a:off x="4708368" y="3549571"/>
            <a:ext cx="502240" cy="46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05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TextBox 12"/>
          <p:cNvSpPr>
            <a:spLocks noChangeArrowheads="1"/>
          </p:cNvSpPr>
          <p:nvPr/>
        </p:nvSpPr>
        <p:spPr bwMode="auto">
          <a:xfrm>
            <a:off x="6949504" y="1772756"/>
            <a:ext cx="2231254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TextBox 13"/>
          <p:cNvSpPr>
            <a:spLocks noChangeArrowheads="1"/>
          </p:cNvSpPr>
          <p:nvPr/>
        </p:nvSpPr>
        <p:spPr bwMode="auto">
          <a:xfrm>
            <a:off x="8778542" y="3493767"/>
            <a:ext cx="2158998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TextBox 14"/>
          <p:cNvSpPr>
            <a:spLocks noChangeArrowheads="1"/>
          </p:cNvSpPr>
          <p:nvPr/>
        </p:nvSpPr>
        <p:spPr bwMode="auto">
          <a:xfrm>
            <a:off x="7994164" y="5527280"/>
            <a:ext cx="2159000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TextBox 15"/>
          <p:cNvSpPr>
            <a:spLocks noChangeArrowheads="1"/>
          </p:cNvSpPr>
          <p:nvPr/>
        </p:nvSpPr>
        <p:spPr bwMode="auto">
          <a:xfrm>
            <a:off x="2411501" y="5103166"/>
            <a:ext cx="2157374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TextBox 16"/>
          <p:cNvSpPr>
            <a:spLocks noChangeArrowheads="1"/>
          </p:cNvSpPr>
          <p:nvPr/>
        </p:nvSpPr>
        <p:spPr bwMode="auto">
          <a:xfrm>
            <a:off x="2411501" y="2645540"/>
            <a:ext cx="2157374" cy="430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TextBox 17"/>
          <p:cNvSpPr>
            <a:spLocks noChangeArrowheads="1"/>
          </p:cNvSpPr>
          <p:nvPr/>
        </p:nvSpPr>
        <p:spPr bwMode="auto">
          <a:xfrm>
            <a:off x="6949505" y="1489442"/>
            <a:ext cx="1774582" cy="23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TextBox 18"/>
          <p:cNvSpPr>
            <a:spLocks noChangeArrowheads="1"/>
          </p:cNvSpPr>
          <p:nvPr/>
        </p:nvSpPr>
        <p:spPr bwMode="auto">
          <a:xfrm>
            <a:off x="8778541" y="3179200"/>
            <a:ext cx="1774580" cy="23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TextBox 19"/>
          <p:cNvSpPr>
            <a:spLocks noChangeArrowheads="1"/>
          </p:cNvSpPr>
          <p:nvPr/>
        </p:nvSpPr>
        <p:spPr bwMode="auto">
          <a:xfrm>
            <a:off x="7994163" y="5214945"/>
            <a:ext cx="1774582" cy="23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TextBox 20"/>
          <p:cNvSpPr>
            <a:spLocks noChangeArrowheads="1"/>
          </p:cNvSpPr>
          <p:nvPr/>
        </p:nvSpPr>
        <p:spPr bwMode="auto">
          <a:xfrm>
            <a:off x="2411499" y="4786368"/>
            <a:ext cx="1691677" cy="23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TextBox 21"/>
          <p:cNvSpPr>
            <a:spLocks noChangeArrowheads="1"/>
          </p:cNvSpPr>
          <p:nvPr/>
        </p:nvSpPr>
        <p:spPr bwMode="auto">
          <a:xfrm>
            <a:off x="2411499" y="2319812"/>
            <a:ext cx="1520114" cy="23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TextBox 22"/>
          <p:cNvSpPr>
            <a:spLocks noChangeArrowheads="1"/>
          </p:cNvSpPr>
          <p:nvPr/>
        </p:nvSpPr>
        <p:spPr bwMode="auto">
          <a:xfrm>
            <a:off x="5796537" y="3980458"/>
            <a:ext cx="1039671" cy="494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500"/>
                            </p:stCondLst>
                            <p:childTnLst>
                              <p:par>
                                <p:cTn id="9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600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0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7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0"/>
                            </p:stCondLst>
                            <p:childTnLst>
                              <p:par>
                                <p:cTn id="1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 autoUpdateAnimBg="0"/>
      <p:bldP spid="33" grpId="0" bldLvl="0" animBg="1" autoUpdateAnimBg="0"/>
      <p:bldP spid="34" grpId="0" bldLvl="0" animBg="1" autoUpdateAnimBg="0"/>
      <p:bldP spid="35" grpId="0" bldLvl="0" animBg="1" autoUpdateAnimBg="0"/>
      <p:bldP spid="36" grpId="0" bldLvl="0" animBg="1" autoUpdateAnimBg="0"/>
      <p:bldP spid="37" grpId="0" bldLvl="0" autoUpdateAnimBg="0"/>
      <p:bldP spid="38" grpId="0" bldLvl="0" autoUpdateAnimBg="0"/>
      <p:bldP spid="39" grpId="0" bldLvl="0" autoUpdateAnimBg="0"/>
      <p:bldP spid="40" grpId="0" bldLvl="0" autoUpdateAnimBg="0"/>
      <p:bldP spid="41" grpId="0" bldLvl="0" autoUpdateAnimBg="0"/>
      <p:bldP spid="42" grpId="0" bldLvl="0" autoUpdateAnimBg="0"/>
      <p:bldP spid="43" grpId="0" bldLvl="0" autoUpdateAnimBg="0"/>
      <p:bldP spid="44" grpId="0" bldLvl="0" autoUpdateAnimBg="0"/>
      <p:bldP spid="45" grpId="0" bldLvl="0" autoUpdateAnimBg="0"/>
      <p:bldP spid="46" grpId="0" bldLvl="0" autoUpdateAnimBg="0"/>
      <p:bldP spid="47" grpId="0" bldLvl="0" autoUpdateAnimBg="0"/>
      <p:bldP spid="48" grpId="0" bldLvl="0" autoUpdateAnimBg="0"/>
      <p:bldP spid="49" grpId="0" bldLvl="0" autoUpdateAnimBg="0"/>
      <p:bldP spid="50" grpId="0" bldLvl="0" autoUpdateAnimBg="0"/>
      <p:bldP spid="51" grpId="0" bldLvl="0" autoUpdateAnimBg="0"/>
      <p:bldP spid="52" grpId="0" bldLvl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MH_Others_1"/>
          <p:cNvCxnSpPr/>
          <p:nvPr>
            <p:custDataLst>
              <p:tags r:id="rId1"/>
            </p:custDataLst>
          </p:nvPr>
        </p:nvCxnSpPr>
        <p:spPr>
          <a:xfrm>
            <a:off x="6429375" y="1071086"/>
            <a:ext cx="0" cy="616156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s_2"/>
          <p:cNvSpPr/>
          <p:nvPr>
            <p:custDataLst>
              <p:tags r:id="rId2"/>
            </p:custDataLst>
          </p:nvPr>
        </p:nvSpPr>
        <p:spPr>
          <a:xfrm flipH="1">
            <a:off x="4263511" y="1071086"/>
            <a:ext cx="4331728" cy="895632"/>
          </a:xfrm>
          <a:prstGeom prst="homePlat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4220" b="1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  <a:endParaRPr lang="zh-CN" altLang="en-US" sz="422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MH_Others_3"/>
          <p:cNvSpPr/>
          <p:nvPr>
            <p:custDataLst>
              <p:tags r:id="rId3"/>
            </p:custDataLst>
          </p:nvPr>
        </p:nvSpPr>
        <p:spPr>
          <a:xfrm>
            <a:off x="6302134" y="7014138"/>
            <a:ext cx="254482" cy="21937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1"/>
          <p:cNvSpPr/>
          <p:nvPr>
            <p:custDataLst>
              <p:tags r:id="rId4"/>
            </p:custDataLst>
          </p:nvPr>
        </p:nvSpPr>
        <p:spPr>
          <a:xfrm>
            <a:off x="6445190" y="2619678"/>
            <a:ext cx="732028" cy="4689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 flipH="1">
            <a:off x="5722793" y="3525307"/>
            <a:ext cx="732028" cy="4689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MH_Number_3"/>
          <p:cNvSpPr/>
          <p:nvPr>
            <p:custDataLst>
              <p:tags r:id="rId6"/>
            </p:custDataLst>
          </p:nvPr>
        </p:nvSpPr>
        <p:spPr>
          <a:xfrm>
            <a:off x="6445190" y="4430936"/>
            <a:ext cx="732028" cy="46897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Number_4"/>
          <p:cNvSpPr/>
          <p:nvPr>
            <p:custDataLst>
              <p:tags r:id="rId7"/>
            </p:custDataLst>
          </p:nvPr>
        </p:nvSpPr>
        <p:spPr>
          <a:xfrm flipH="1">
            <a:off x="5722793" y="5336564"/>
            <a:ext cx="732028" cy="46897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8"/>
            </p:custDataLst>
          </p:nvPr>
        </p:nvSpPr>
        <p:spPr>
          <a:xfrm>
            <a:off x="7509495" y="2636855"/>
            <a:ext cx="3672408" cy="5537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试用期工作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概述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9"/>
            </p:custDataLst>
          </p:nvPr>
        </p:nvSpPr>
        <p:spPr>
          <a:xfrm>
            <a:off x="2914894" y="3506371"/>
            <a:ext cx="2466542" cy="55372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情况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10"/>
            </p:custDataLst>
          </p:nvPr>
        </p:nvSpPr>
        <p:spPr>
          <a:xfrm>
            <a:off x="7509510" y="4406900"/>
            <a:ext cx="2995930" cy="49212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3200" b="1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学习与心得体会</a:t>
            </a:r>
            <a:r>
              <a:rPr lang="en-US" altLang="zh-CN" sz="16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zh-CN" altLang="en-US" sz="16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11"/>
            </p:custDataLst>
          </p:nvPr>
        </p:nvSpPr>
        <p:spPr>
          <a:xfrm>
            <a:off x="2914894" y="5253023"/>
            <a:ext cx="2466542" cy="53848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9" grpId="0" animBg="1"/>
      <p:bldP spid="10" grpId="0" animBg="1"/>
      <p:bldP spid="11" grpId="0" animBg="1"/>
      <p:bldP spid="12" grpId="0" animBg="1"/>
      <p:bldP spid="13" grpId="0" bldLvl="0" animBg="1"/>
      <p:bldP spid="14" grpId="0" bldLvl="0" animBg="1"/>
      <p:bldP spid="15" grpId="0" bldLvl="0" animBg="1"/>
      <p:bldP spid="1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6481820" y="3731296"/>
            <a:ext cx="2203913" cy="2203913"/>
          </a:xfrm>
          <a:custGeom>
            <a:avLst/>
            <a:gdLst>
              <a:gd name="connsiteX0" fmla="*/ 1801344 w 2537804"/>
              <a:gd name="connsiteY0" fmla="*/ 404624 h 2537804"/>
              <a:gd name="connsiteX1" fmla="*/ 1998745 w 2537804"/>
              <a:gd name="connsiteY1" fmla="*/ 238976 h 2537804"/>
              <a:gd name="connsiteX2" fmla="*/ 2156445 w 2537804"/>
              <a:gd name="connsiteY2" fmla="*/ 371302 h 2537804"/>
              <a:gd name="connsiteX3" fmla="*/ 2027593 w 2537804"/>
              <a:gd name="connsiteY3" fmla="*/ 594468 h 2537804"/>
              <a:gd name="connsiteX4" fmla="*/ 2232324 w 2537804"/>
              <a:gd name="connsiteY4" fmla="*/ 949073 h 2537804"/>
              <a:gd name="connsiteX5" fmla="*/ 2490018 w 2537804"/>
              <a:gd name="connsiteY5" fmla="*/ 949067 h 2537804"/>
              <a:gd name="connsiteX6" fmla="*/ 2525766 w 2537804"/>
              <a:gd name="connsiteY6" fmla="*/ 1151803 h 2537804"/>
              <a:gd name="connsiteX7" fmla="*/ 2283610 w 2537804"/>
              <a:gd name="connsiteY7" fmla="*/ 1239933 h 2537804"/>
              <a:gd name="connsiteX8" fmla="*/ 2212508 w 2537804"/>
              <a:gd name="connsiteY8" fmla="*/ 1643175 h 2537804"/>
              <a:gd name="connsiteX9" fmla="*/ 2409917 w 2537804"/>
              <a:gd name="connsiteY9" fmla="*/ 1808812 h 2537804"/>
              <a:gd name="connsiteX10" fmla="*/ 2306986 w 2537804"/>
              <a:gd name="connsiteY10" fmla="*/ 1987095 h 2537804"/>
              <a:gd name="connsiteX11" fmla="*/ 2064835 w 2537804"/>
              <a:gd name="connsiteY11" fmla="*/ 1898952 h 2537804"/>
              <a:gd name="connsiteX12" fmla="*/ 1751168 w 2537804"/>
              <a:gd name="connsiteY12" fmla="*/ 2162150 h 2537804"/>
              <a:gd name="connsiteX13" fmla="*/ 1795923 w 2537804"/>
              <a:gd name="connsiteY13" fmla="*/ 2415928 h 2537804"/>
              <a:gd name="connsiteX14" fmla="*/ 1602475 w 2537804"/>
              <a:gd name="connsiteY14" fmla="*/ 2486337 h 2537804"/>
              <a:gd name="connsiteX15" fmla="*/ 1473633 w 2537804"/>
              <a:gd name="connsiteY15" fmla="*/ 2263164 h 2537804"/>
              <a:gd name="connsiteX16" fmla="*/ 1064170 w 2537804"/>
              <a:gd name="connsiteY16" fmla="*/ 2263164 h 2537804"/>
              <a:gd name="connsiteX17" fmla="*/ 935329 w 2537804"/>
              <a:gd name="connsiteY17" fmla="*/ 2486337 h 2537804"/>
              <a:gd name="connsiteX18" fmla="*/ 741881 w 2537804"/>
              <a:gd name="connsiteY18" fmla="*/ 2415928 h 2537804"/>
              <a:gd name="connsiteX19" fmla="*/ 786636 w 2537804"/>
              <a:gd name="connsiteY19" fmla="*/ 2162150 h 2537804"/>
              <a:gd name="connsiteX20" fmla="*/ 472969 w 2537804"/>
              <a:gd name="connsiteY20" fmla="*/ 1898952 h 2537804"/>
              <a:gd name="connsiteX21" fmla="*/ 230818 w 2537804"/>
              <a:gd name="connsiteY21" fmla="*/ 1987095 h 2537804"/>
              <a:gd name="connsiteX22" fmla="*/ 127887 w 2537804"/>
              <a:gd name="connsiteY22" fmla="*/ 1808812 h 2537804"/>
              <a:gd name="connsiteX23" fmla="*/ 325296 w 2537804"/>
              <a:gd name="connsiteY23" fmla="*/ 1643175 h 2537804"/>
              <a:gd name="connsiteX24" fmla="*/ 254193 w 2537804"/>
              <a:gd name="connsiteY24" fmla="*/ 1239933 h 2537804"/>
              <a:gd name="connsiteX25" fmla="*/ 12038 w 2537804"/>
              <a:gd name="connsiteY25" fmla="*/ 1151803 h 2537804"/>
              <a:gd name="connsiteX26" fmla="*/ 47786 w 2537804"/>
              <a:gd name="connsiteY26" fmla="*/ 949067 h 2537804"/>
              <a:gd name="connsiteX27" fmla="*/ 305480 w 2537804"/>
              <a:gd name="connsiteY27" fmla="*/ 949074 h 2537804"/>
              <a:gd name="connsiteX28" fmla="*/ 510211 w 2537804"/>
              <a:gd name="connsiteY28" fmla="*/ 594469 h 2537804"/>
              <a:gd name="connsiteX29" fmla="*/ 381359 w 2537804"/>
              <a:gd name="connsiteY29" fmla="*/ 371302 h 2537804"/>
              <a:gd name="connsiteX30" fmla="*/ 539059 w 2537804"/>
              <a:gd name="connsiteY30" fmla="*/ 238976 h 2537804"/>
              <a:gd name="connsiteX31" fmla="*/ 736460 w 2537804"/>
              <a:gd name="connsiteY31" fmla="*/ 404624 h 2537804"/>
              <a:gd name="connsiteX32" fmla="*/ 1121229 w 2537804"/>
              <a:gd name="connsiteY32" fmla="*/ 264579 h 2537804"/>
              <a:gd name="connsiteX33" fmla="*/ 1165970 w 2537804"/>
              <a:gd name="connsiteY33" fmla="*/ 10799 h 2537804"/>
              <a:gd name="connsiteX34" fmla="*/ 1371834 w 2537804"/>
              <a:gd name="connsiteY34" fmla="*/ 10799 h 2537804"/>
              <a:gd name="connsiteX35" fmla="*/ 1416575 w 2537804"/>
              <a:gd name="connsiteY35" fmla="*/ 264579 h 2537804"/>
              <a:gd name="connsiteX36" fmla="*/ 1801344 w 2537804"/>
              <a:gd name="connsiteY36" fmla="*/ 404623 h 2537804"/>
              <a:gd name="connsiteX37" fmla="*/ 1801344 w 2537804"/>
              <a:gd name="connsiteY37" fmla="*/ 404624 h 253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537804" h="2537804">
                <a:moveTo>
                  <a:pt x="1801344" y="404624"/>
                </a:moveTo>
                <a:lnTo>
                  <a:pt x="1998745" y="238976"/>
                </a:lnTo>
                <a:lnTo>
                  <a:pt x="2156445" y="371302"/>
                </a:lnTo>
                <a:lnTo>
                  <a:pt x="2027593" y="594468"/>
                </a:lnTo>
                <a:cubicBezTo>
                  <a:pt x="2119215" y="697536"/>
                  <a:pt x="2188876" y="818192"/>
                  <a:pt x="2232324" y="949073"/>
                </a:cubicBezTo>
                <a:lnTo>
                  <a:pt x="2490018" y="949067"/>
                </a:lnTo>
                <a:lnTo>
                  <a:pt x="2525766" y="1151803"/>
                </a:lnTo>
                <a:lnTo>
                  <a:pt x="2283610" y="1239933"/>
                </a:lnTo>
                <a:cubicBezTo>
                  <a:pt x="2287545" y="1377781"/>
                  <a:pt x="2263353" y="1514986"/>
                  <a:pt x="2212508" y="1643175"/>
                </a:cubicBezTo>
                <a:lnTo>
                  <a:pt x="2409917" y="1808812"/>
                </a:lnTo>
                <a:lnTo>
                  <a:pt x="2306986" y="1987095"/>
                </a:lnTo>
                <a:lnTo>
                  <a:pt x="2064835" y="1898952"/>
                </a:lnTo>
                <a:cubicBezTo>
                  <a:pt x="1979243" y="2007080"/>
                  <a:pt x="1872516" y="2096634"/>
                  <a:pt x="1751168" y="2162150"/>
                </a:cubicBezTo>
                <a:lnTo>
                  <a:pt x="1795923" y="2415928"/>
                </a:lnTo>
                <a:lnTo>
                  <a:pt x="1602475" y="2486337"/>
                </a:lnTo>
                <a:lnTo>
                  <a:pt x="1473633" y="2263164"/>
                </a:lnTo>
                <a:cubicBezTo>
                  <a:pt x="1338562" y="2290977"/>
                  <a:pt x="1199241" y="2290977"/>
                  <a:pt x="1064170" y="2263164"/>
                </a:cubicBezTo>
                <a:lnTo>
                  <a:pt x="935329" y="2486337"/>
                </a:lnTo>
                <a:lnTo>
                  <a:pt x="741881" y="2415928"/>
                </a:lnTo>
                <a:lnTo>
                  <a:pt x="786636" y="2162150"/>
                </a:lnTo>
                <a:cubicBezTo>
                  <a:pt x="665288" y="2096634"/>
                  <a:pt x="558562" y="2007080"/>
                  <a:pt x="472969" y="1898952"/>
                </a:cubicBezTo>
                <a:lnTo>
                  <a:pt x="230818" y="1987095"/>
                </a:lnTo>
                <a:lnTo>
                  <a:pt x="127887" y="1808812"/>
                </a:lnTo>
                <a:lnTo>
                  <a:pt x="325296" y="1643175"/>
                </a:lnTo>
                <a:cubicBezTo>
                  <a:pt x="274451" y="1514986"/>
                  <a:pt x="250258" y="1377781"/>
                  <a:pt x="254193" y="1239933"/>
                </a:cubicBezTo>
                <a:lnTo>
                  <a:pt x="12038" y="1151803"/>
                </a:lnTo>
                <a:lnTo>
                  <a:pt x="47786" y="949067"/>
                </a:lnTo>
                <a:lnTo>
                  <a:pt x="305480" y="949074"/>
                </a:lnTo>
                <a:cubicBezTo>
                  <a:pt x="348929" y="818193"/>
                  <a:pt x="418589" y="697537"/>
                  <a:pt x="510211" y="594469"/>
                </a:cubicBezTo>
                <a:lnTo>
                  <a:pt x="381359" y="371302"/>
                </a:lnTo>
                <a:lnTo>
                  <a:pt x="539059" y="238976"/>
                </a:lnTo>
                <a:lnTo>
                  <a:pt x="736460" y="404624"/>
                </a:lnTo>
                <a:cubicBezTo>
                  <a:pt x="853872" y="332292"/>
                  <a:pt x="984792" y="284641"/>
                  <a:pt x="1121229" y="264579"/>
                </a:cubicBezTo>
                <a:lnTo>
                  <a:pt x="1165970" y="10799"/>
                </a:lnTo>
                <a:lnTo>
                  <a:pt x="1371834" y="10799"/>
                </a:lnTo>
                <a:lnTo>
                  <a:pt x="1416575" y="264579"/>
                </a:lnTo>
                <a:cubicBezTo>
                  <a:pt x="1553012" y="284640"/>
                  <a:pt x="1683932" y="332291"/>
                  <a:pt x="1801344" y="404623"/>
                </a:cubicBezTo>
                <a:lnTo>
                  <a:pt x="1801344" y="4046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3965" tIns="547137" rIns="473965" bIns="585682" numCol="1" spcCol="1270" anchor="ctr" anchorCtr="0">
            <a:noAutofit/>
          </a:bodyPr>
          <a:lstStyle/>
          <a:p>
            <a:pPr algn="ctr" defTabSz="1080770">
              <a:lnSpc>
                <a:spcPct val="120000"/>
              </a:lnSpc>
            </a:pPr>
            <a:r>
              <a:rPr lang="tr-TR" sz="2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50%</a:t>
            </a:r>
            <a:endParaRPr lang="tr-TR" sz="2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5199543" y="3210371"/>
            <a:ext cx="1602846" cy="1602846"/>
          </a:xfrm>
          <a:custGeom>
            <a:avLst/>
            <a:gdLst>
              <a:gd name="connsiteX0" fmla="*/ 1381022 w 1845676"/>
              <a:gd name="connsiteY0" fmla="*/ 467463 h 1845676"/>
              <a:gd name="connsiteX1" fmla="*/ 1653321 w 1845676"/>
              <a:gd name="connsiteY1" fmla="*/ 385397 h 1845676"/>
              <a:gd name="connsiteX2" fmla="*/ 1753517 w 1845676"/>
              <a:gd name="connsiteY2" fmla="*/ 558942 h 1845676"/>
              <a:gd name="connsiteX3" fmla="*/ 1546296 w 1845676"/>
              <a:gd name="connsiteY3" fmla="*/ 753727 h 1845676"/>
              <a:gd name="connsiteX4" fmla="*/ 1546296 w 1845676"/>
              <a:gd name="connsiteY4" fmla="*/ 1091949 h 1845676"/>
              <a:gd name="connsiteX5" fmla="*/ 1753517 w 1845676"/>
              <a:gd name="connsiteY5" fmla="*/ 1286734 h 1845676"/>
              <a:gd name="connsiteX6" fmla="*/ 1653321 w 1845676"/>
              <a:gd name="connsiteY6" fmla="*/ 1460279 h 1845676"/>
              <a:gd name="connsiteX7" fmla="*/ 1381022 w 1845676"/>
              <a:gd name="connsiteY7" fmla="*/ 1378213 h 1845676"/>
              <a:gd name="connsiteX8" fmla="*/ 1088113 w 1845676"/>
              <a:gd name="connsiteY8" fmla="*/ 1547324 h 1845676"/>
              <a:gd name="connsiteX9" fmla="*/ 1023034 w 1845676"/>
              <a:gd name="connsiteY9" fmla="*/ 1824176 h 1845676"/>
              <a:gd name="connsiteX10" fmla="*/ 822642 w 1845676"/>
              <a:gd name="connsiteY10" fmla="*/ 1824176 h 1845676"/>
              <a:gd name="connsiteX11" fmla="*/ 757563 w 1845676"/>
              <a:gd name="connsiteY11" fmla="*/ 1547324 h 1845676"/>
              <a:gd name="connsiteX12" fmla="*/ 464654 w 1845676"/>
              <a:gd name="connsiteY12" fmla="*/ 1378213 h 1845676"/>
              <a:gd name="connsiteX13" fmla="*/ 192355 w 1845676"/>
              <a:gd name="connsiteY13" fmla="*/ 1460279 h 1845676"/>
              <a:gd name="connsiteX14" fmla="*/ 92159 w 1845676"/>
              <a:gd name="connsiteY14" fmla="*/ 1286734 h 1845676"/>
              <a:gd name="connsiteX15" fmla="*/ 299380 w 1845676"/>
              <a:gd name="connsiteY15" fmla="*/ 1091949 h 1845676"/>
              <a:gd name="connsiteX16" fmla="*/ 299380 w 1845676"/>
              <a:gd name="connsiteY16" fmla="*/ 753727 h 1845676"/>
              <a:gd name="connsiteX17" fmla="*/ 92159 w 1845676"/>
              <a:gd name="connsiteY17" fmla="*/ 558942 h 1845676"/>
              <a:gd name="connsiteX18" fmla="*/ 192355 w 1845676"/>
              <a:gd name="connsiteY18" fmla="*/ 385397 h 1845676"/>
              <a:gd name="connsiteX19" fmla="*/ 464654 w 1845676"/>
              <a:gd name="connsiteY19" fmla="*/ 467463 h 1845676"/>
              <a:gd name="connsiteX20" fmla="*/ 757563 w 1845676"/>
              <a:gd name="connsiteY20" fmla="*/ 298352 h 1845676"/>
              <a:gd name="connsiteX21" fmla="*/ 822642 w 1845676"/>
              <a:gd name="connsiteY21" fmla="*/ 21500 h 1845676"/>
              <a:gd name="connsiteX22" fmla="*/ 1023034 w 1845676"/>
              <a:gd name="connsiteY22" fmla="*/ 21500 h 1845676"/>
              <a:gd name="connsiteX23" fmla="*/ 1088113 w 1845676"/>
              <a:gd name="connsiteY23" fmla="*/ 298352 h 1845676"/>
              <a:gd name="connsiteX24" fmla="*/ 1381022 w 1845676"/>
              <a:gd name="connsiteY24" fmla="*/ 467463 h 1845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45676" h="1845676">
                <a:moveTo>
                  <a:pt x="1381022" y="467463"/>
                </a:moveTo>
                <a:lnTo>
                  <a:pt x="1653321" y="385397"/>
                </a:lnTo>
                <a:lnTo>
                  <a:pt x="1753517" y="558942"/>
                </a:lnTo>
                <a:lnTo>
                  <a:pt x="1546296" y="753727"/>
                </a:lnTo>
                <a:cubicBezTo>
                  <a:pt x="1576334" y="864467"/>
                  <a:pt x="1576334" y="981209"/>
                  <a:pt x="1546296" y="1091949"/>
                </a:cubicBezTo>
                <a:lnTo>
                  <a:pt x="1753517" y="1286734"/>
                </a:lnTo>
                <a:lnTo>
                  <a:pt x="1653321" y="1460279"/>
                </a:lnTo>
                <a:lnTo>
                  <a:pt x="1381022" y="1378213"/>
                </a:lnTo>
                <a:cubicBezTo>
                  <a:pt x="1300137" y="1459597"/>
                  <a:pt x="1199036" y="1517968"/>
                  <a:pt x="1088113" y="1547324"/>
                </a:cubicBezTo>
                <a:lnTo>
                  <a:pt x="1023034" y="1824176"/>
                </a:lnTo>
                <a:lnTo>
                  <a:pt x="822642" y="1824176"/>
                </a:lnTo>
                <a:lnTo>
                  <a:pt x="757563" y="1547324"/>
                </a:lnTo>
                <a:cubicBezTo>
                  <a:pt x="646640" y="1517968"/>
                  <a:pt x="545539" y="1459596"/>
                  <a:pt x="464654" y="1378213"/>
                </a:cubicBezTo>
                <a:lnTo>
                  <a:pt x="192355" y="1460279"/>
                </a:lnTo>
                <a:lnTo>
                  <a:pt x="92159" y="1286734"/>
                </a:lnTo>
                <a:lnTo>
                  <a:pt x="299380" y="1091949"/>
                </a:lnTo>
                <a:cubicBezTo>
                  <a:pt x="269342" y="981209"/>
                  <a:pt x="269342" y="864467"/>
                  <a:pt x="299380" y="753727"/>
                </a:cubicBezTo>
                <a:lnTo>
                  <a:pt x="92159" y="558942"/>
                </a:lnTo>
                <a:lnTo>
                  <a:pt x="192355" y="385397"/>
                </a:lnTo>
                <a:lnTo>
                  <a:pt x="464654" y="467463"/>
                </a:lnTo>
                <a:cubicBezTo>
                  <a:pt x="545539" y="386079"/>
                  <a:pt x="646640" y="327708"/>
                  <a:pt x="757563" y="298352"/>
                </a:cubicBezTo>
                <a:lnTo>
                  <a:pt x="822642" y="21500"/>
                </a:lnTo>
                <a:lnTo>
                  <a:pt x="1023034" y="21500"/>
                </a:lnTo>
                <a:lnTo>
                  <a:pt x="1088113" y="298352"/>
                </a:lnTo>
                <a:cubicBezTo>
                  <a:pt x="1199036" y="327708"/>
                  <a:pt x="1300137" y="386080"/>
                  <a:pt x="1381022" y="4674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4402" tIns="436841" rIns="434402" bIns="436841" numCol="1" spcCol="1270" anchor="ctr" anchorCtr="0">
            <a:noAutofit/>
          </a:bodyPr>
          <a:lstStyle/>
          <a:p>
            <a:pPr algn="ctr" defTabSz="1080770">
              <a:lnSpc>
                <a:spcPct val="120000"/>
              </a:lnSpc>
            </a:pPr>
            <a:r>
              <a:rPr lang="tr-TR" sz="2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25%</a:t>
            </a:r>
            <a:endParaRPr lang="tr-TR" sz="2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5920824" y="1928094"/>
            <a:ext cx="1923415" cy="1923415"/>
          </a:xfrm>
          <a:custGeom>
            <a:avLst/>
            <a:gdLst>
              <a:gd name="connsiteX0" fmla="*/ 1353119 w 1808385"/>
              <a:gd name="connsiteY0" fmla="*/ 458018 h 1808385"/>
              <a:gd name="connsiteX1" fmla="*/ 1619917 w 1808385"/>
              <a:gd name="connsiteY1" fmla="*/ 377610 h 1808385"/>
              <a:gd name="connsiteX2" fmla="*/ 1718088 w 1808385"/>
              <a:gd name="connsiteY2" fmla="*/ 547649 h 1808385"/>
              <a:gd name="connsiteX3" fmla="*/ 1515054 w 1808385"/>
              <a:gd name="connsiteY3" fmla="*/ 738498 h 1808385"/>
              <a:gd name="connsiteX4" fmla="*/ 1515054 w 1808385"/>
              <a:gd name="connsiteY4" fmla="*/ 1069887 h 1808385"/>
              <a:gd name="connsiteX5" fmla="*/ 1718088 w 1808385"/>
              <a:gd name="connsiteY5" fmla="*/ 1260736 h 1808385"/>
              <a:gd name="connsiteX6" fmla="*/ 1619917 w 1808385"/>
              <a:gd name="connsiteY6" fmla="*/ 1430775 h 1808385"/>
              <a:gd name="connsiteX7" fmla="*/ 1353119 w 1808385"/>
              <a:gd name="connsiteY7" fmla="*/ 1350367 h 1808385"/>
              <a:gd name="connsiteX8" fmla="*/ 1066128 w 1808385"/>
              <a:gd name="connsiteY8" fmla="*/ 1516061 h 1808385"/>
              <a:gd name="connsiteX9" fmla="*/ 1002364 w 1808385"/>
              <a:gd name="connsiteY9" fmla="*/ 1787319 h 1808385"/>
              <a:gd name="connsiteX10" fmla="*/ 806021 w 1808385"/>
              <a:gd name="connsiteY10" fmla="*/ 1787319 h 1808385"/>
              <a:gd name="connsiteX11" fmla="*/ 742257 w 1808385"/>
              <a:gd name="connsiteY11" fmla="*/ 1516061 h 1808385"/>
              <a:gd name="connsiteX12" fmla="*/ 455266 w 1808385"/>
              <a:gd name="connsiteY12" fmla="*/ 1350367 h 1808385"/>
              <a:gd name="connsiteX13" fmla="*/ 188468 w 1808385"/>
              <a:gd name="connsiteY13" fmla="*/ 1430775 h 1808385"/>
              <a:gd name="connsiteX14" fmla="*/ 90297 w 1808385"/>
              <a:gd name="connsiteY14" fmla="*/ 1260736 h 1808385"/>
              <a:gd name="connsiteX15" fmla="*/ 293331 w 1808385"/>
              <a:gd name="connsiteY15" fmla="*/ 1069887 h 1808385"/>
              <a:gd name="connsiteX16" fmla="*/ 293331 w 1808385"/>
              <a:gd name="connsiteY16" fmla="*/ 738498 h 1808385"/>
              <a:gd name="connsiteX17" fmla="*/ 90297 w 1808385"/>
              <a:gd name="connsiteY17" fmla="*/ 547649 h 1808385"/>
              <a:gd name="connsiteX18" fmla="*/ 188468 w 1808385"/>
              <a:gd name="connsiteY18" fmla="*/ 377610 h 1808385"/>
              <a:gd name="connsiteX19" fmla="*/ 455266 w 1808385"/>
              <a:gd name="connsiteY19" fmla="*/ 458018 h 1808385"/>
              <a:gd name="connsiteX20" fmla="*/ 742257 w 1808385"/>
              <a:gd name="connsiteY20" fmla="*/ 292324 h 1808385"/>
              <a:gd name="connsiteX21" fmla="*/ 806021 w 1808385"/>
              <a:gd name="connsiteY21" fmla="*/ 21066 h 1808385"/>
              <a:gd name="connsiteX22" fmla="*/ 1002364 w 1808385"/>
              <a:gd name="connsiteY22" fmla="*/ 21066 h 1808385"/>
              <a:gd name="connsiteX23" fmla="*/ 1066128 w 1808385"/>
              <a:gd name="connsiteY23" fmla="*/ 292324 h 1808385"/>
              <a:gd name="connsiteX24" fmla="*/ 1353119 w 1808385"/>
              <a:gd name="connsiteY24" fmla="*/ 458018 h 1808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08385" h="1808385">
                <a:moveTo>
                  <a:pt x="1163962" y="457437"/>
                </a:moveTo>
                <a:lnTo>
                  <a:pt x="1357386" y="337640"/>
                </a:lnTo>
                <a:lnTo>
                  <a:pt x="1470745" y="450999"/>
                </a:lnTo>
                <a:lnTo>
                  <a:pt x="1350948" y="644423"/>
                </a:lnTo>
                <a:cubicBezTo>
                  <a:pt x="1397089" y="723777"/>
                  <a:pt x="1421261" y="813988"/>
                  <a:pt x="1420979" y="905781"/>
                </a:cubicBezTo>
                <a:lnTo>
                  <a:pt x="1621438" y="1013393"/>
                </a:lnTo>
                <a:lnTo>
                  <a:pt x="1579946" y="1168245"/>
                </a:lnTo>
                <a:lnTo>
                  <a:pt x="1352537" y="1161210"/>
                </a:lnTo>
                <a:cubicBezTo>
                  <a:pt x="1306886" y="1240845"/>
                  <a:pt x="1240846" y="1306885"/>
                  <a:pt x="1161210" y="1352537"/>
                </a:cubicBezTo>
                <a:lnTo>
                  <a:pt x="1168244" y="1579946"/>
                </a:lnTo>
                <a:lnTo>
                  <a:pt x="1013394" y="1621438"/>
                </a:lnTo>
                <a:lnTo>
                  <a:pt x="905781" y="1420979"/>
                </a:lnTo>
                <a:cubicBezTo>
                  <a:pt x="813989" y="1421261"/>
                  <a:pt x="723777" y="1397089"/>
                  <a:pt x="644423" y="1350948"/>
                </a:cubicBezTo>
                <a:lnTo>
                  <a:pt x="450999" y="1470745"/>
                </a:lnTo>
                <a:lnTo>
                  <a:pt x="337640" y="1357386"/>
                </a:lnTo>
                <a:lnTo>
                  <a:pt x="457437" y="1163962"/>
                </a:lnTo>
                <a:cubicBezTo>
                  <a:pt x="411296" y="1084608"/>
                  <a:pt x="387124" y="994397"/>
                  <a:pt x="387406" y="902604"/>
                </a:cubicBezTo>
                <a:lnTo>
                  <a:pt x="186947" y="794992"/>
                </a:lnTo>
                <a:lnTo>
                  <a:pt x="228439" y="640140"/>
                </a:lnTo>
                <a:lnTo>
                  <a:pt x="455848" y="647175"/>
                </a:lnTo>
                <a:cubicBezTo>
                  <a:pt x="501499" y="567540"/>
                  <a:pt x="567539" y="501500"/>
                  <a:pt x="647175" y="455848"/>
                </a:cubicBezTo>
                <a:lnTo>
                  <a:pt x="640141" y="228439"/>
                </a:lnTo>
                <a:lnTo>
                  <a:pt x="794991" y="186947"/>
                </a:lnTo>
                <a:lnTo>
                  <a:pt x="902604" y="387406"/>
                </a:lnTo>
                <a:cubicBezTo>
                  <a:pt x="994396" y="387124"/>
                  <a:pt x="1084608" y="411296"/>
                  <a:pt x="1163962" y="4574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51807" tIns="551807" rIns="551807" bIns="551807" numCol="1" spcCol="1270" anchor="ctr" anchorCtr="0">
            <a:noAutofit/>
          </a:bodyPr>
          <a:lstStyle/>
          <a:p>
            <a:pPr algn="ctr" defTabSz="1080770">
              <a:lnSpc>
                <a:spcPct val="120000"/>
              </a:lnSpc>
            </a:pPr>
            <a:r>
              <a:rPr lang="tr-TR" sz="2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25%</a:t>
            </a:r>
            <a:endParaRPr lang="tr-TR" sz="2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环形箭头 6"/>
          <p:cNvSpPr/>
          <p:nvPr/>
        </p:nvSpPr>
        <p:spPr>
          <a:xfrm>
            <a:off x="6316378" y="3396437"/>
            <a:ext cx="2821008" cy="2821008"/>
          </a:xfrm>
          <a:prstGeom prst="circularArrow">
            <a:avLst>
              <a:gd name="adj1" fmla="val 4688"/>
              <a:gd name="adj2" fmla="val 299029"/>
              <a:gd name="adj3" fmla="val 2525365"/>
              <a:gd name="adj4" fmla="val 15841599"/>
              <a:gd name="adj5" fmla="val 5469"/>
            </a:avLst>
          </a:prstGeom>
          <a:solidFill>
            <a:schemeClr val="accent3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形状 7"/>
          <p:cNvSpPr/>
          <p:nvPr/>
        </p:nvSpPr>
        <p:spPr>
          <a:xfrm>
            <a:off x="4915682" y="2854157"/>
            <a:ext cx="2049639" cy="2049639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7527"/>
            </a:avLst>
          </a:prstGeom>
          <a:solidFill>
            <a:schemeClr val="accent2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环形箭头 8"/>
          <p:cNvSpPr/>
          <p:nvPr/>
        </p:nvSpPr>
        <p:spPr>
          <a:xfrm>
            <a:off x="5734037" y="1759017"/>
            <a:ext cx="2209923" cy="2209923"/>
          </a:xfrm>
          <a:prstGeom prst="circularArrow">
            <a:avLst>
              <a:gd name="adj1" fmla="val 5984"/>
              <a:gd name="adj2" fmla="val 394124"/>
              <a:gd name="adj3" fmla="val 13313824"/>
              <a:gd name="adj4" fmla="val 10508221"/>
              <a:gd name="adj5" fmla="val 6981"/>
            </a:avLst>
          </a:prstGeom>
          <a:solidFill>
            <a:schemeClr val="accent1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120000"/>
              </a:lnSpc>
            </a:pPr>
            <a:endParaRPr lang="zh-CN" altLang="en-US" sz="16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2381666" y="2117463"/>
            <a:ext cx="1893478" cy="2585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2381666" y="2345099"/>
            <a:ext cx="2848150" cy="28187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Content Placeholder 2"/>
          <p:cNvSpPr txBox="1"/>
          <p:nvPr/>
        </p:nvSpPr>
        <p:spPr>
          <a:xfrm>
            <a:off x="1864874" y="3869514"/>
            <a:ext cx="1893478" cy="2585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Content Placeholder 2"/>
          <p:cNvSpPr txBox="1"/>
          <p:nvPr/>
        </p:nvSpPr>
        <p:spPr>
          <a:xfrm>
            <a:off x="1864874" y="4097150"/>
            <a:ext cx="2848150" cy="28187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Content Placeholder 2"/>
          <p:cNvSpPr txBox="1"/>
          <p:nvPr/>
        </p:nvSpPr>
        <p:spPr>
          <a:xfrm>
            <a:off x="3427854" y="5142587"/>
            <a:ext cx="1893478" cy="25853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Content Placeholder 2"/>
          <p:cNvSpPr txBox="1"/>
          <p:nvPr/>
        </p:nvSpPr>
        <p:spPr>
          <a:xfrm>
            <a:off x="3427855" y="5370224"/>
            <a:ext cx="2848150" cy="28187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Content Placeholder 2"/>
          <p:cNvSpPr txBox="1"/>
          <p:nvPr/>
        </p:nvSpPr>
        <p:spPr>
          <a:xfrm>
            <a:off x="8176161" y="2417396"/>
            <a:ext cx="2808908" cy="28277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8" grpId="0"/>
      <p:bldP spid="19" grpId="0"/>
      <p:bldP spid="20" grpId="0"/>
      <p:bldP spid="21" grpId="0"/>
      <p:bldP spid="22" grpId="0"/>
      <p:bldP spid="23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012"/>
          <p:cNvSpPr/>
          <p:nvPr/>
        </p:nvSpPr>
        <p:spPr>
          <a:xfrm>
            <a:off x="7308040" y="2223765"/>
            <a:ext cx="3261593" cy="154464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Shape 2013"/>
          <p:cNvSpPr/>
          <p:nvPr/>
        </p:nvSpPr>
        <p:spPr>
          <a:xfrm>
            <a:off x="7308040" y="3991743"/>
            <a:ext cx="3261593" cy="1543006"/>
          </a:xfrm>
          <a:prstGeom prst="roundRect">
            <a:avLst>
              <a:gd name="adj" fmla="val 6925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Shape 2014"/>
          <p:cNvSpPr/>
          <p:nvPr/>
        </p:nvSpPr>
        <p:spPr>
          <a:xfrm>
            <a:off x="2295297" y="3990927"/>
            <a:ext cx="3261593" cy="154464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Shape 2015"/>
          <p:cNvSpPr/>
          <p:nvPr/>
        </p:nvSpPr>
        <p:spPr>
          <a:xfrm>
            <a:off x="2295297" y="2223765"/>
            <a:ext cx="3261593" cy="154464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7447" tIns="17447" rIns="17447" bIns="17447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Shape 2016"/>
          <p:cNvSpPr/>
          <p:nvPr/>
        </p:nvSpPr>
        <p:spPr>
          <a:xfrm>
            <a:off x="5106858" y="2560461"/>
            <a:ext cx="2644813" cy="2644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23262" tIns="23262" rIns="23262" bIns="23262" anchor="ctr"/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Shape 2021"/>
          <p:cNvSpPr/>
          <p:nvPr/>
        </p:nvSpPr>
        <p:spPr>
          <a:xfrm>
            <a:off x="2909107" y="2828663"/>
            <a:ext cx="2126484" cy="4296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Shape 2022"/>
          <p:cNvSpPr/>
          <p:nvPr/>
        </p:nvSpPr>
        <p:spPr>
          <a:xfrm>
            <a:off x="2901970" y="2500109"/>
            <a:ext cx="1711981" cy="2585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Shape 2023"/>
          <p:cNvSpPr/>
          <p:nvPr/>
        </p:nvSpPr>
        <p:spPr>
          <a:xfrm>
            <a:off x="2909107" y="4602222"/>
            <a:ext cx="2126484" cy="4296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l">
              <a:lnSpc>
                <a:spcPct val="120000"/>
              </a:lnSpc>
              <a:spcBef>
                <a:spcPts val="2500"/>
              </a:spcBef>
              <a:defRPr sz="2000">
                <a:solidFill>
                  <a:srgbClr val="53585F"/>
                </a:solidFill>
              </a:defRPr>
            </a:lvl1pPr>
          </a:lstStyle>
          <a:p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Shape 2024"/>
          <p:cNvSpPr/>
          <p:nvPr/>
        </p:nvSpPr>
        <p:spPr>
          <a:xfrm>
            <a:off x="2901970" y="4299278"/>
            <a:ext cx="1711981" cy="2585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lnSpc>
                <a:spcPct val="120000"/>
              </a:lnSpc>
              <a:defRPr sz="3500">
                <a:solidFill>
                  <a:srgbClr val="53585F"/>
                </a:solidFill>
              </a:defRPr>
            </a:lvl1pPr>
          </a:lstStyle>
          <a:p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Shape 2025"/>
          <p:cNvSpPr/>
          <p:nvPr/>
        </p:nvSpPr>
        <p:spPr>
          <a:xfrm>
            <a:off x="7843297" y="2828663"/>
            <a:ext cx="2117998" cy="4296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Shape 2026"/>
          <p:cNvSpPr/>
          <p:nvPr/>
        </p:nvSpPr>
        <p:spPr>
          <a:xfrm>
            <a:off x="8249792" y="2500109"/>
            <a:ext cx="1711981" cy="2585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Shape 2027"/>
          <p:cNvSpPr/>
          <p:nvPr/>
        </p:nvSpPr>
        <p:spPr>
          <a:xfrm>
            <a:off x="7843298" y="4602226"/>
            <a:ext cx="2117998" cy="4296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r"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53585F"/>
                </a:solidFill>
              </a:defRPr>
            </a:lvl1pPr>
          </a:lstStyle>
          <a:p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Shape 2028"/>
          <p:cNvSpPr/>
          <p:nvPr/>
        </p:nvSpPr>
        <p:spPr>
          <a:xfrm>
            <a:off x="8249792" y="4299278"/>
            <a:ext cx="1711981" cy="2585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defRPr sz="3500">
                <a:solidFill>
                  <a:srgbClr val="53585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Group 2031"/>
          <p:cNvGrpSpPr/>
          <p:nvPr/>
        </p:nvGrpSpPr>
        <p:grpSpPr>
          <a:xfrm>
            <a:off x="1860607" y="2558558"/>
            <a:ext cx="875057" cy="875057"/>
            <a:chOff x="0" y="0"/>
            <a:chExt cx="1910968" cy="1910968"/>
          </a:xfrm>
        </p:grpSpPr>
        <p:sp>
          <p:nvSpPr>
            <p:cNvPr id="16" name="Shape 2029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Shape 2030"/>
            <p:cNvSpPr/>
            <p:nvPr/>
          </p:nvSpPr>
          <p:spPr>
            <a:xfrm>
              <a:off x="553362" y="560070"/>
              <a:ext cx="804244" cy="706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oup 2034"/>
          <p:cNvGrpSpPr/>
          <p:nvPr/>
        </p:nvGrpSpPr>
        <p:grpSpPr>
          <a:xfrm>
            <a:off x="1863049" y="4328162"/>
            <a:ext cx="870171" cy="870171"/>
            <a:chOff x="0" y="0"/>
            <a:chExt cx="1900299" cy="1900299"/>
          </a:xfrm>
        </p:grpSpPr>
        <p:sp>
          <p:nvSpPr>
            <p:cNvPr id="19" name="Shape 2032"/>
            <p:cNvSpPr/>
            <p:nvPr/>
          </p:nvSpPr>
          <p:spPr>
            <a:xfrm>
              <a:off x="0" y="0"/>
              <a:ext cx="1900300" cy="1900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Shape 2033"/>
            <p:cNvSpPr/>
            <p:nvPr/>
          </p:nvSpPr>
          <p:spPr>
            <a:xfrm rot="10800000" flipH="1">
              <a:off x="548028" y="596692"/>
              <a:ext cx="804244" cy="706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71" y="8035"/>
                  </a:moveTo>
                  <a:lnTo>
                    <a:pt x="11327" y="9235"/>
                  </a:lnTo>
                  <a:lnTo>
                    <a:pt x="14583" y="4904"/>
                  </a:lnTo>
                  <a:lnTo>
                    <a:pt x="15088" y="4330"/>
                  </a:lnTo>
                  <a:lnTo>
                    <a:pt x="17289" y="6157"/>
                  </a:lnTo>
                  <a:lnTo>
                    <a:pt x="17289" y="3078"/>
                  </a:lnTo>
                  <a:lnTo>
                    <a:pt x="17289" y="0"/>
                  </a:lnTo>
                  <a:lnTo>
                    <a:pt x="14583" y="626"/>
                  </a:lnTo>
                  <a:lnTo>
                    <a:pt x="11878" y="1200"/>
                  </a:lnTo>
                  <a:lnTo>
                    <a:pt x="14033" y="3704"/>
                  </a:lnTo>
                  <a:lnTo>
                    <a:pt x="10777" y="7409"/>
                  </a:lnTo>
                  <a:lnTo>
                    <a:pt x="7567" y="6157"/>
                  </a:lnTo>
                  <a:lnTo>
                    <a:pt x="5411" y="10487"/>
                  </a:lnTo>
                  <a:lnTo>
                    <a:pt x="2155" y="9235"/>
                  </a:lnTo>
                  <a:lnTo>
                    <a:pt x="550" y="14817"/>
                  </a:lnTo>
                  <a:lnTo>
                    <a:pt x="0" y="16017"/>
                  </a:lnTo>
                  <a:lnTo>
                    <a:pt x="1055" y="16643"/>
                  </a:lnTo>
                  <a:lnTo>
                    <a:pt x="2706" y="11113"/>
                  </a:lnTo>
                  <a:lnTo>
                    <a:pt x="5916" y="12313"/>
                  </a:lnTo>
                  <a:lnTo>
                    <a:pt x="8071" y="8035"/>
                  </a:lnTo>
                  <a:lnTo>
                    <a:pt x="8071" y="8035"/>
                  </a:lnTo>
                  <a:close/>
                  <a:moveTo>
                    <a:pt x="6466" y="21600"/>
                  </a:moveTo>
                  <a:lnTo>
                    <a:pt x="6466" y="16643"/>
                  </a:lnTo>
                  <a:lnTo>
                    <a:pt x="3761" y="16643"/>
                  </a:lnTo>
                  <a:lnTo>
                    <a:pt x="3761" y="21600"/>
                  </a:lnTo>
                  <a:lnTo>
                    <a:pt x="6466" y="21600"/>
                  </a:lnTo>
                  <a:lnTo>
                    <a:pt x="6466" y="21600"/>
                  </a:lnTo>
                  <a:close/>
                  <a:moveTo>
                    <a:pt x="10227" y="21600"/>
                  </a:moveTo>
                  <a:lnTo>
                    <a:pt x="7567" y="21600"/>
                  </a:lnTo>
                  <a:lnTo>
                    <a:pt x="7567" y="14817"/>
                  </a:lnTo>
                  <a:lnTo>
                    <a:pt x="10227" y="14817"/>
                  </a:lnTo>
                  <a:lnTo>
                    <a:pt x="10227" y="21600"/>
                  </a:lnTo>
                  <a:lnTo>
                    <a:pt x="10227" y="21600"/>
                  </a:lnTo>
                  <a:close/>
                  <a:moveTo>
                    <a:pt x="14033" y="21600"/>
                  </a:moveTo>
                  <a:lnTo>
                    <a:pt x="11327" y="21600"/>
                  </a:lnTo>
                  <a:lnTo>
                    <a:pt x="11327" y="12313"/>
                  </a:lnTo>
                  <a:lnTo>
                    <a:pt x="14033" y="12313"/>
                  </a:lnTo>
                  <a:lnTo>
                    <a:pt x="14033" y="21600"/>
                  </a:lnTo>
                  <a:lnTo>
                    <a:pt x="14033" y="21600"/>
                  </a:lnTo>
                  <a:close/>
                  <a:moveTo>
                    <a:pt x="17794" y="21600"/>
                  </a:moveTo>
                  <a:lnTo>
                    <a:pt x="15088" y="21600"/>
                  </a:lnTo>
                  <a:lnTo>
                    <a:pt x="15088" y="9861"/>
                  </a:lnTo>
                  <a:lnTo>
                    <a:pt x="17794" y="9861"/>
                  </a:lnTo>
                  <a:lnTo>
                    <a:pt x="17794" y="21600"/>
                  </a:lnTo>
                  <a:lnTo>
                    <a:pt x="17794" y="21600"/>
                  </a:lnTo>
                  <a:close/>
                  <a:moveTo>
                    <a:pt x="18894" y="6783"/>
                  </a:moveTo>
                  <a:lnTo>
                    <a:pt x="18894" y="21600"/>
                  </a:lnTo>
                  <a:lnTo>
                    <a:pt x="21600" y="21600"/>
                  </a:lnTo>
                  <a:lnTo>
                    <a:pt x="21600" y="6783"/>
                  </a:lnTo>
                  <a:lnTo>
                    <a:pt x="18894" y="678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1" name="Shape 2035"/>
          <p:cNvSpPr/>
          <p:nvPr/>
        </p:nvSpPr>
        <p:spPr>
          <a:xfrm>
            <a:off x="10130172" y="4328161"/>
            <a:ext cx="870172" cy="870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3262" tIns="23262" rIns="23262" bIns="23262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2" name="Group 2040"/>
          <p:cNvGrpSpPr/>
          <p:nvPr/>
        </p:nvGrpSpPr>
        <p:grpSpPr>
          <a:xfrm>
            <a:off x="10125311" y="2558558"/>
            <a:ext cx="875057" cy="875057"/>
            <a:chOff x="0" y="0"/>
            <a:chExt cx="1910968" cy="1910968"/>
          </a:xfrm>
        </p:grpSpPr>
        <p:sp>
          <p:nvSpPr>
            <p:cNvPr id="23" name="Shape 2038"/>
            <p:cNvSpPr/>
            <p:nvPr/>
          </p:nvSpPr>
          <p:spPr>
            <a:xfrm>
              <a:off x="0" y="0"/>
              <a:ext cx="1910969" cy="1910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31016" tIns="31016" rIns="31016" bIns="31016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Shape 2039"/>
            <p:cNvSpPr/>
            <p:nvPr/>
          </p:nvSpPr>
          <p:spPr>
            <a:xfrm>
              <a:off x="657404" y="557107"/>
              <a:ext cx="596161" cy="749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5" h="21072" extrusionOk="0">
                  <a:moveTo>
                    <a:pt x="17468" y="6506"/>
                  </a:moveTo>
                  <a:cubicBezTo>
                    <a:pt x="16410" y="7763"/>
                    <a:pt x="15333" y="6878"/>
                    <a:pt x="13824" y="5996"/>
                  </a:cubicBezTo>
                  <a:cubicBezTo>
                    <a:pt x="12317" y="5116"/>
                    <a:pt x="10950" y="4575"/>
                    <a:pt x="12006" y="3318"/>
                  </a:cubicBezTo>
                  <a:cubicBezTo>
                    <a:pt x="13062" y="2059"/>
                    <a:pt x="15140" y="1754"/>
                    <a:pt x="16648" y="2634"/>
                  </a:cubicBezTo>
                  <a:cubicBezTo>
                    <a:pt x="18155" y="3515"/>
                    <a:pt x="18522" y="5248"/>
                    <a:pt x="17468" y="6506"/>
                  </a:cubicBezTo>
                  <a:close/>
                  <a:moveTo>
                    <a:pt x="20868" y="4865"/>
                  </a:moveTo>
                  <a:cubicBezTo>
                    <a:pt x="20191" y="1663"/>
                    <a:pt x="16530" y="-474"/>
                    <a:pt x="12691" y="90"/>
                  </a:cubicBezTo>
                  <a:cubicBezTo>
                    <a:pt x="8853" y="655"/>
                    <a:pt x="5613" y="3118"/>
                    <a:pt x="6290" y="6320"/>
                  </a:cubicBezTo>
                  <a:cubicBezTo>
                    <a:pt x="6436" y="7009"/>
                    <a:pt x="6840" y="8088"/>
                    <a:pt x="7318" y="8862"/>
                  </a:cubicBezTo>
                  <a:lnTo>
                    <a:pt x="346" y="17166"/>
                  </a:lnTo>
                  <a:cubicBezTo>
                    <a:pt x="90" y="17473"/>
                    <a:pt x="-56" y="18024"/>
                    <a:pt x="20" y="18392"/>
                  </a:cubicBezTo>
                  <a:lnTo>
                    <a:pt x="470" y="20511"/>
                  </a:lnTo>
                  <a:cubicBezTo>
                    <a:pt x="547" y="20879"/>
                    <a:pt x="971" y="21126"/>
                    <a:pt x="1412" y="21061"/>
                  </a:cubicBezTo>
                  <a:lnTo>
                    <a:pt x="3454" y="20761"/>
                  </a:lnTo>
                  <a:cubicBezTo>
                    <a:pt x="3895" y="20696"/>
                    <a:pt x="4457" y="20387"/>
                    <a:pt x="4700" y="20072"/>
                  </a:cubicBezTo>
                  <a:lnTo>
                    <a:pt x="7456" y="16513"/>
                  </a:lnTo>
                  <a:lnTo>
                    <a:pt x="7480" y="16490"/>
                  </a:lnTo>
                  <a:lnTo>
                    <a:pt x="9346" y="16216"/>
                  </a:lnTo>
                  <a:lnTo>
                    <a:pt x="12566" y="12046"/>
                  </a:lnTo>
                  <a:cubicBezTo>
                    <a:pt x="13623" y="12195"/>
                    <a:pt x="15142" y="12146"/>
                    <a:pt x="16039" y="12013"/>
                  </a:cubicBezTo>
                  <a:cubicBezTo>
                    <a:pt x="19878" y="11449"/>
                    <a:pt x="21544" y="8068"/>
                    <a:pt x="20868" y="486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</a:pPr>
              <a:endParaRPr sz="16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6" name="Text Placeholder 5"/>
          <p:cNvSpPr txBox="1"/>
          <p:nvPr/>
        </p:nvSpPr>
        <p:spPr>
          <a:xfrm>
            <a:off x="5725946" y="3572637"/>
            <a:ext cx="1406238" cy="5803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点击请替换文字内容</a:t>
            </a:r>
            <a:endParaRPr lang="en-GB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Shape 2036"/>
          <p:cNvSpPr/>
          <p:nvPr/>
        </p:nvSpPr>
        <p:spPr>
          <a:xfrm>
            <a:off x="10381120" y="4566831"/>
            <a:ext cx="368273" cy="392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3" h="21260" extrusionOk="0">
                <a:moveTo>
                  <a:pt x="11752" y="11733"/>
                </a:moveTo>
                <a:lnTo>
                  <a:pt x="9401" y="11733"/>
                </a:lnTo>
                <a:lnTo>
                  <a:pt x="9401" y="5975"/>
                </a:lnTo>
                <a:lnTo>
                  <a:pt x="11752" y="5975"/>
                </a:lnTo>
                <a:cubicBezTo>
                  <a:pt x="11752" y="5975"/>
                  <a:pt x="11752" y="11733"/>
                  <a:pt x="11752" y="11733"/>
                </a:cubicBezTo>
                <a:close/>
                <a:moveTo>
                  <a:pt x="11752" y="15276"/>
                </a:moveTo>
                <a:lnTo>
                  <a:pt x="9401" y="15276"/>
                </a:lnTo>
                <a:lnTo>
                  <a:pt x="9401" y="12951"/>
                </a:lnTo>
                <a:lnTo>
                  <a:pt x="11752" y="12951"/>
                </a:lnTo>
                <a:cubicBezTo>
                  <a:pt x="11752" y="12951"/>
                  <a:pt x="11752" y="15276"/>
                  <a:pt x="11752" y="15276"/>
                </a:cubicBezTo>
                <a:close/>
                <a:moveTo>
                  <a:pt x="20789" y="13227"/>
                </a:moveTo>
                <a:lnTo>
                  <a:pt x="18761" y="11523"/>
                </a:lnTo>
                <a:cubicBezTo>
                  <a:pt x="18172" y="11029"/>
                  <a:pt x="18172" y="10223"/>
                  <a:pt x="18761" y="9729"/>
                </a:cubicBezTo>
                <a:lnTo>
                  <a:pt x="20789" y="8025"/>
                </a:lnTo>
                <a:cubicBezTo>
                  <a:pt x="21376" y="7532"/>
                  <a:pt x="21220" y="7072"/>
                  <a:pt x="20441" y="7001"/>
                </a:cubicBezTo>
                <a:lnTo>
                  <a:pt x="17751" y="6761"/>
                </a:lnTo>
                <a:cubicBezTo>
                  <a:pt x="16971" y="6692"/>
                  <a:pt x="16552" y="6061"/>
                  <a:pt x="16819" y="5360"/>
                </a:cubicBezTo>
                <a:lnTo>
                  <a:pt x="18247" y="1615"/>
                </a:lnTo>
                <a:cubicBezTo>
                  <a:pt x="18515" y="912"/>
                  <a:pt x="18188" y="656"/>
                  <a:pt x="17520" y="1047"/>
                </a:cubicBezTo>
                <a:lnTo>
                  <a:pt x="14346" y="2896"/>
                </a:lnTo>
                <a:cubicBezTo>
                  <a:pt x="13678" y="3285"/>
                  <a:pt x="12815" y="3072"/>
                  <a:pt x="12430" y="2423"/>
                </a:cubicBezTo>
                <a:lnTo>
                  <a:pt x="11279" y="489"/>
                </a:lnTo>
                <a:cubicBezTo>
                  <a:pt x="10893" y="-160"/>
                  <a:pt x="10255" y="-164"/>
                  <a:pt x="9860" y="481"/>
                </a:cubicBezTo>
                <a:lnTo>
                  <a:pt x="8793" y="2232"/>
                </a:lnTo>
                <a:cubicBezTo>
                  <a:pt x="8398" y="2877"/>
                  <a:pt x="7493" y="3153"/>
                  <a:pt x="6781" y="2844"/>
                </a:cubicBezTo>
                <a:lnTo>
                  <a:pt x="4900" y="2031"/>
                </a:lnTo>
                <a:cubicBezTo>
                  <a:pt x="4188" y="1723"/>
                  <a:pt x="3639" y="2080"/>
                  <a:pt x="3682" y="2825"/>
                </a:cubicBezTo>
                <a:lnTo>
                  <a:pt x="3784" y="4615"/>
                </a:lnTo>
                <a:cubicBezTo>
                  <a:pt x="3826" y="5360"/>
                  <a:pt x="3242" y="6128"/>
                  <a:pt x="2486" y="6320"/>
                </a:cubicBezTo>
                <a:lnTo>
                  <a:pt x="670" y="6780"/>
                </a:lnTo>
                <a:cubicBezTo>
                  <a:pt x="-85" y="6972"/>
                  <a:pt x="-224" y="7532"/>
                  <a:pt x="365" y="8025"/>
                </a:cubicBezTo>
                <a:lnTo>
                  <a:pt x="2394" y="9729"/>
                </a:lnTo>
                <a:cubicBezTo>
                  <a:pt x="2981" y="10223"/>
                  <a:pt x="2981" y="11029"/>
                  <a:pt x="2394" y="11523"/>
                </a:cubicBezTo>
                <a:lnTo>
                  <a:pt x="365" y="13225"/>
                </a:lnTo>
                <a:cubicBezTo>
                  <a:pt x="-224" y="13720"/>
                  <a:pt x="-68" y="14196"/>
                  <a:pt x="709" y="14285"/>
                </a:cubicBezTo>
                <a:lnTo>
                  <a:pt x="3171" y="14567"/>
                </a:lnTo>
                <a:cubicBezTo>
                  <a:pt x="3948" y="14656"/>
                  <a:pt x="4381" y="15309"/>
                  <a:pt x="4133" y="16017"/>
                </a:cubicBezTo>
                <a:lnTo>
                  <a:pt x="2869" y="19625"/>
                </a:lnTo>
                <a:cubicBezTo>
                  <a:pt x="2622" y="20333"/>
                  <a:pt x="2976" y="20609"/>
                  <a:pt x="3655" y="20240"/>
                </a:cubicBezTo>
                <a:lnTo>
                  <a:pt x="6549" y="18661"/>
                </a:lnTo>
                <a:cubicBezTo>
                  <a:pt x="7229" y="18291"/>
                  <a:pt x="8143" y="18495"/>
                  <a:pt x="8581" y="19113"/>
                </a:cubicBezTo>
                <a:lnTo>
                  <a:pt x="9782" y="20816"/>
                </a:lnTo>
                <a:cubicBezTo>
                  <a:pt x="10219" y="21436"/>
                  <a:pt x="10875" y="21403"/>
                  <a:pt x="11240" y="20741"/>
                </a:cubicBezTo>
                <a:lnTo>
                  <a:pt x="12297" y="18823"/>
                </a:lnTo>
                <a:cubicBezTo>
                  <a:pt x="12660" y="18160"/>
                  <a:pt x="13532" y="17891"/>
                  <a:pt x="14234" y="18221"/>
                </a:cubicBezTo>
                <a:lnTo>
                  <a:pt x="16272" y="19181"/>
                </a:lnTo>
                <a:cubicBezTo>
                  <a:pt x="16974" y="19511"/>
                  <a:pt x="17514" y="19172"/>
                  <a:pt x="17472" y="18427"/>
                </a:cubicBezTo>
                <a:lnTo>
                  <a:pt x="17370" y="16637"/>
                </a:lnTo>
                <a:cubicBezTo>
                  <a:pt x="17327" y="15891"/>
                  <a:pt x="17912" y="15124"/>
                  <a:pt x="18668" y="14932"/>
                </a:cubicBezTo>
                <a:lnTo>
                  <a:pt x="20482" y="14472"/>
                </a:lnTo>
                <a:cubicBezTo>
                  <a:pt x="21239" y="14280"/>
                  <a:pt x="21376" y="13720"/>
                  <a:pt x="20789" y="13227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lnSpc>
                <a:spcPct val="120000"/>
              </a:lnSpc>
            </a:pPr>
            <a:endParaRPr sz="16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 animBg="1"/>
      <p:bldP spid="26" grpId="0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2"/>
          <p:cNvGrpSpPr/>
          <p:nvPr/>
        </p:nvGrpSpPr>
        <p:grpSpPr bwMode="auto">
          <a:xfrm>
            <a:off x="713993" y="3536272"/>
            <a:ext cx="3623746" cy="618380"/>
            <a:chOff x="-1032447" y="0"/>
            <a:chExt cx="2967616" cy="506624"/>
          </a:xfrm>
          <a:solidFill>
            <a:schemeClr val="accent1"/>
          </a:solidFill>
        </p:grpSpPr>
        <p:sp>
          <p:nvSpPr>
            <p:cNvPr id="5" name="圆角矩形 33"/>
            <p:cNvSpPr>
              <a:spLocks noChangeArrowheads="1"/>
            </p:cNvSpPr>
            <p:nvPr/>
          </p:nvSpPr>
          <p:spPr bwMode="auto">
            <a:xfrm>
              <a:off x="-1032447" y="73989"/>
              <a:ext cx="2967616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6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等腰三角形 34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6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7" name="椭圆 35"/>
          <p:cNvSpPr>
            <a:spLocks noChangeArrowheads="1"/>
          </p:cNvSpPr>
          <p:nvPr/>
        </p:nvSpPr>
        <p:spPr bwMode="auto">
          <a:xfrm>
            <a:off x="2507798" y="1931196"/>
            <a:ext cx="1294916" cy="12949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zh-CN" sz="1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8" name="组合 36"/>
          <p:cNvGrpSpPr/>
          <p:nvPr/>
        </p:nvGrpSpPr>
        <p:grpSpPr bwMode="auto">
          <a:xfrm flipV="1">
            <a:off x="4196228" y="3627380"/>
            <a:ext cx="2363028" cy="618381"/>
            <a:chOff x="0" y="0"/>
            <a:chExt cx="1935168" cy="506624"/>
          </a:xfrm>
          <a:solidFill>
            <a:schemeClr val="accent2"/>
          </a:solidFill>
        </p:grpSpPr>
        <p:sp>
          <p:nvSpPr>
            <p:cNvPr id="9" name="圆角矩形 37"/>
            <p:cNvSpPr>
              <a:spLocks noChangeArrowheads="1"/>
            </p:cNvSpPr>
            <p:nvPr/>
          </p:nvSpPr>
          <p:spPr bwMode="auto">
            <a:xfrm>
              <a:off x="0" y="73989"/>
              <a:ext cx="1935168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等腰三角形 38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1" name="椭圆 39"/>
          <p:cNvSpPr>
            <a:spLocks noChangeArrowheads="1"/>
          </p:cNvSpPr>
          <p:nvPr/>
        </p:nvSpPr>
        <p:spPr bwMode="auto">
          <a:xfrm>
            <a:off x="4808792" y="4657803"/>
            <a:ext cx="1294916" cy="12949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zh-CN" sz="14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40"/>
          <p:cNvGrpSpPr/>
          <p:nvPr/>
        </p:nvGrpSpPr>
        <p:grpSpPr bwMode="auto">
          <a:xfrm>
            <a:off x="6421623" y="3536272"/>
            <a:ext cx="2364965" cy="618380"/>
            <a:chOff x="0" y="0"/>
            <a:chExt cx="1935168" cy="506624"/>
          </a:xfrm>
          <a:solidFill>
            <a:schemeClr val="accent3"/>
          </a:solidFill>
        </p:grpSpPr>
        <p:sp>
          <p:nvSpPr>
            <p:cNvPr id="13" name="圆角矩形 41"/>
            <p:cNvSpPr>
              <a:spLocks noChangeArrowheads="1"/>
            </p:cNvSpPr>
            <p:nvPr/>
          </p:nvSpPr>
          <p:spPr bwMode="auto">
            <a:xfrm>
              <a:off x="0" y="73989"/>
              <a:ext cx="1935168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等腰三角形 42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5" name="椭圆 43"/>
          <p:cNvSpPr>
            <a:spLocks noChangeArrowheads="1"/>
          </p:cNvSpPr>
          <p:nvPr/>
        </p:nvSpPr>
        <p:spPr bwMode="auto">
          <a:xfrm>
            <a:off x="6956645" y="1931196"/>
            <a:ext cx="1294916" cy="129491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zh-CN" sz="1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椭圆 45"/>
          <p:cNvSpPr>
            <a:spLocks noChangeArrowheads="1"/>
          </p:cNvSpPr>
          <p:nvPr/>
        </p:nvSpPr>
        <p:spPr bwMode="auto">
          <a:xfrm>
            <a:off x="9178163" y="4657803"/>
            <a:ext cx="1294916" cy="129491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endParaRPr lang="zh-CN" altLang="zh-CN" sz="14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TextBox 46"/>
          <p:cNvSpPr>
            <a:spLocks noChangeArrowheads="1"/>
          </p:cNvSpPr>
          <p:nvPr/>
        </p:nvSpPr>
        <p:spPr bwMode="auto">
          <a:xfrm>
            <a:off x="2102772" y="4904336"/>
            <a:ext cx="2104972" cy="42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TextBox 47"/>
          <p:cNvSpPr>
            <a:spLocks noChangeArrowheads="1"/>
          </p:cNvSpPr>
          <p:nvPr/>
        </p:nvSpPr>
        <p:spPr bwMode="auto">
          <a:xfrm>
            <a:off x="2426382" y="4636408"/>
            <a:ext cx="1459687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50"/>
          <p:cNvSpPr>
            <a:spLocks noChangeArrowheads="1"/>
          </p:cNvSpPr>
          <p:nvPr/>
        </p:nvSpPr>
        <p:spPr bwMode="auto">
          <a:xfrm>
            <a:off x="2413777" y="3778584"/>
            <a:ext cx="1459687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输入文本内容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TextBox 51"/>
          <p:cNvSpPr>
            <a:spLocks noChangeArrowheads="1"/>
          </p:cNvSpPr>
          <p:nvPr/>
        </p:nvSpPr>
        <p:spPr bwMode="auto">
          <a:xfrm>
            <a:off x="4635294" y="3778584"/>
            <a:ext cx="1459687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输入文本内容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52"/>
          <p:cNvSpPr>
            <a:spLocks noChangeArrowheads="1"/>
          </p:cNvSpPr>
          <p:nvPr/>
        </p:nvSpPr>
        <p:spPr bwMode="auto">
          <a:xfrm>
            <a:off x="6959550" y="3778584"/>
            <a:ext cx="1457749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输入文本内容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2" name="组合 53"/>
          <p:cNvGrpSpPr/>
          <p:nvPr/>
        </p:nvGrpSpPr>
        <p:grpSpPr bwMode="auto">
          <a:xfrm flipV="1">
            <a:off x="8643137" y="3627378"/>
            <a:ext cx="3501620" cy="618382"/>
            <a:chOff x="-1" y="0"/>
            <a:chExt cx="2865253" cy="506625"/>
          </a:xfrm>
          <a:solidFill>
            <a:schemeClr val="accent4"/>
          </a:solidFill>
        </p:grpSpPr>
        <p:sp>
          <p:nvSpPr>
            <p:cNvPr id="23" name="圆角矩形 54"/>
            <p:cNvSpPr>
              <a:spLocks noChangeArrowheads="1"/>
            </p:cNvSpPr>
            <p:nvPr/>
          </p:nvSpPr>
          <p:spPr bwMode="auto">
            <a:xfrm>
              <a:off x="-1" y="73990"/>
              <a:ext cx="2865253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等腰三角形 55"/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BABA"/>
                  </a:solidFill>
                  <a:bevel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zh-CN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5" name="TextBox 56"/>
          <p:cNvSpPr>
            <a:spLocks noChangeArrowheads="1"/>
          </p:cNvSpPr>
          <p:nvPr/>
        </p:nvSpPr>
        <p:spPr bwMode="auto">
          <a:xfrm>
            <a:off x="9002724" y="3778584"/>
            <a:ext cx="1459688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输入文本内容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TextBox 57"/>
          <p:cNvSpPr>
            <a:spLocks noChangeArrowheads="1"/>
          </p:cNvSpPr>
          <p:nvPr/>
        </p:nvSpPr>
        <p:spPr bwMode="auto">
          <a:xfrm>
            <a:off x="4403764" y="2177729"/>
            <a:ext cx="2104972" cy="42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TextBox 58"/>
          <p:cNvSpPr>
            <a:spLocks noChangeArrowheads="1"/>
          </p:cNvSpPr>
          <p:nvPr/>
        </p:nvSpPr>
        <p:spPr bwMode="auto">
          <a:xfrm>
            <a:off x="4727376" y="1918635"/>
            <a:ext cx="1457749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Box 59"/>
          <p:cNvSpPr>
            <a:spLocks noChangeArrowheads="1"/>
          </p:cNvSpPr>
          <p:nvPr/>
        </p:nvSpPr>
        <p:spPr bwMode="auto">
          <a:xfrm>
            <a:off x="6551618" y="4904336"/>
            <a:ext cx="2104972" cy="42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TextBox 62"/>
          <p:cNvSpPr>
            <a:spLocks noChangeArrowheads="1"/>
          </p:cNvSpPr>
          <p:nvPr/>
        </p:nvSpPr>
        <p:spPr bwMode="auto">
          <a:xfrm>
            <a:off x="6873292" y="4649979"/>
            <a:ext cx="1459687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TextBox 63"/>
          <p:cNvSpPr>
            <a:spLocks noChangeArrowheads="1"/>
          </p:cNvSpPr>
          <p:nvPr/>
        </p:nvSpPr>
        <p:spPr bwMode="auto">
          <a:xfrm>
            <a:off x="8693657" y="2177729"/>
            <a:ext cx="2104972" cy="42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TextBox 66"/>
          <p:cNvSpPr>
            <a:spLocks noChangeArrowheads="1"/>
          </p:cNvSpPr>
          <p:nvPr/>
        </p:nvSpPr>
        <p:spPr bwMode="auto">
          <a:xfrm>
            <a:off x="9015330" y="1918635"/>
            <a:ext cx="1459688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TextBox 67"/>
          <p:cNvSpPr>
            <a:spLocks noChangeArrowheads="1"/>
          </p:cNvSpPr>
          <p:nvPr/>
        </p:nvSpPr>
        <p:spPr bwMode="auto">
          <a:xfrm>
            <a:off x="2774160" y="2338100"/>
            <a:ext cx="762194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TextBox 68"/>
          <p:cNvSpPr>
            <a:spLocks noChangeArrowheads="1"/>
          </p:cNvSpPr>
          <p:nvPr/>
        </p:nvSpPr>
        <p:spPr bwMode="auto">
          <a:xfrm>
            <a:off x="7223116" y="2338100"/>
            <a:ext cx="760039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TextBox 70"/>
          <p:cNvSpPr>
            <a:spLocks noChangeArrowheads="1"/>
          </p:cNvSpPr>
          <p:nvPr/>
        </p:nvSpPr>
        <p:spPr bwMode="auto">
          <a:xfrm>
            <a:off x="5075155" y="5064707"/>
            <a:ext cx="762194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TextBox 72"/>
          <p:cNvSpPr>
            <a:spLocks noChangeArrowheads="1"/>
          </p:cNvSpPr>
          <p:nvPr/>
        </p:nvSpPr>
        <p:spPr bwMode="auto">
          <a:xfrm>
            <a:off x="9444525" y="5064707"/>
            <a:ext cx="762194" cy="51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9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0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1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19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2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11" grpId="0" bldLvl="0" animBg="1" autoUpdateAnimBg="0"/>
      <p:bldP spid="15" grpId="0" bldLvl="0" animBg="1" autoUpdateAnimBg="0"/>
      <p:bldP spid="16" grpId="0" bldLvl="0" animBg="1" autoUpdateAnimBg="0"/>
      <p:bldP spid="17" grpId="0" bldLvl="0" autoUpdateAnimBg="0"/>
      <p:bldP spid="18" grpId="0" bldLvl="0" autoUpdateAnimBg="0"/>
      <p:bldP spid="19" grpId="0" bldLvl="0" autoUpdateAnimBg="0"/>
      <p:bldP spid="20" grpId="0" bldLvl="0" autoUpdateAnimBg="0"/>
      <p:bldP spid="21" grpId="0" bldLvl="0" autoUpdateAnimBg="0"/>
      <p:bldP spid="25" grpId="0" bldLvl="0" autoUpdateAnimBg="0"/>
      <p:bldP spid="26" grpId="0" bldLvl="0" autoUpdateAnimBg="0"/>
      <p:bldP spid="27" grpId="0" bldLvl="0" autoUpdateAnimBg="0"/>
      <p:bldP spid="28" grpId="0" bldLvl="0" autoUpdateAnimBg="0"/>
      <p:bldP spid="29" grpId="0" bldLvl="0" autoUpdateAnimBg="0"/>
      <p:bldP spid="30" grpId="0" bldLvl="0" autoUpdateAnimBg="0"/>
      <p:bldP spid="31" grpId="0" bldLvl="0" autoUpdateAnimBg="0"/>
      <p:bldP spid="32" grpId="0" bldLvl="0" autoUpdateAnimBg="0"/>
      <p:bldP spid="33" grpId="0" bldLvl="0" autoUpdateAnimBg="0"/>
      <p:bldP spid="34" grpId="0" bldLvl="0" autoUpdateAnimBg="0"/>
      <p:bldP spid="35" grpId="0" bldLvl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285981" y="3180225"/>
            <a:ext cx="4151483" cy="1880468"/>
          </a:xfrm>
          <a:prstGeom prst="ellipse">
            <a:avLst/>
          </a:prstGeom>
          <a:noFill/>
          <a:ln w="1905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 rot="5400000">
            <a:off x="4281166" y="3180225"/>
            <a:ext cx="4151483" cy="1880468"/>
          </a:xfrm>
          <a:prstGeom prst="ellipse">
            <a:avLst/>
          </a:prstGeom>
          <a:noFill/>
          <a:ln w="1905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793518" y="2563764"/>
            <a:ext cx="1433829" cy="14338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62545" y="2563764"/>
            <a:ext cx="1433829" cy="14338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6562545" y="4272798"/>
            <a:ext cx="1433829" cy="143382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793518" y="4287517"/>
            <a:ext cx="1433829" cy="143382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116160" y="2918172"/>
            <a:ext cx="77859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84390" y="2940992"/>
            <a:ext cx="80766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135037" y="4655318"/>
            <a:ext cx="7408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891260" y="4655320"/>
            <a:ext cx="7939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8524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Content Placeholder 2"/>
          <p:cNvSpPr txBox="1"/>
          <p:nvPr/>
        </p:nvSpPr>
        <p:spPr>
          <a:xfrm>
            <a:off x="1072785" y="2701316"/>
            <a:ext cx="2180339" cy="357744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Content Placeholder 2"/>
          <p:cNvSpPr txBox="1"/>
          <p:nvPr/>
        </p:nvSpPr>
        <p:spPr>
          <a:xfrm>
            <a:off x="1072785" y="2963438"/>
            <a:ext cx="3021501" cy="672745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Content Placeholder 2"/>
          <p:cNvSpPr txBox="1"/>
          <p:nvPr/>
        </p:nvSpPr>
        <p:spPr>
          <a:xfrm>
            <a:off x="9661460" y="2701316"/>
            <a:ext cx="2180339" cy="357744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Content Placeholder 2"/>
          <p:cNvSpPr txBox="1"/>
          <p:nvPr/>
        </p:nvSpPr>
        <p:spPr>
          <a:xfrm>
            <a:off x="8877647" y="2963438"/>
            <a:ext cx="2964152" cy="672745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Content Placeholder 2"/>
          <p:cNvSpPr txBox="1"/>
          <p:nvPr/>
        </p:nvSpPr>
        <p:spPr>
          <a:xfrm>
            <a:off x="1072785" y="4631716"/>
            <a:ext cx="2180339" cy="357744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Content Placeholder 2"/>
          <p:cNvSpPr txBox="1"/>
          <p:nvPr/>
        </p:nvSpPr>
        <p:spPr>
          <a:xfrm>
            <a:off x="1072785" y="4893838"/>
            <a:ext cx="3021501" cy="672745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Content Placeholder 2"/>
          <p:cNvSpPr txBox="1"/>
          <p:nvPr/>
        </p:nvSpPr>
        <p:spPr>
          <a:xfrm>
            <a:off x="9661460" y="4631716"/>
            <a:ext cx="2180339" cy="357744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Content Placeholder 2"/>
          <p:cNvSpPr txBox="1"/>
          <p:nvPr/>
        </p:nvSpPr>
        <p:spPr>
          <a:xfrm>
            <a:off x="8877647" y="4893838"/>
            <a:ext cx="2964152" cy="672745"/>
          </a:xfrm>
          <a:prstGeom prst="rect">
            <a:avLst/>
          </a:prstGeom>
        </p:spPr>
        <p:txBody>
          <a:bodyPr vert="horz" lIns="96435" tIns="48218" rIns="96435" bIns="48218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Up Arrow 64"/>
          <p:cNvSpPr/>
          <p:nvPr/>
        </p:nvSpPr>
        <p:spPr>
          <a:xfrm>
            <a:off x="6062257" y="2052559"/>
            <a:ext cx="452424" cy="5039670"/>
          </a:xfrm>
          <a:prstGeom prst="upArrow">
            <a:avLst>
              <a:gd name="adj1" fmla="val 50000"/>
              <a:gd name="adj2" fmla="val 6714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6" name="Bent Arrow 65"/>
          <p:cNvSpPr/>
          <p:nvPr/>
        </p:nvSpPr>
        <p:spPr>
          <a:xfrm>
            <a:off x="6174054" y="2928320"/>
            <a:ext cx="2854108" cy="4163910"/>
          </a:xfrm>
          <a:prstGeom prst="bentArrow">
            <a:avLst>
              <a:gd name="adj1" fmla="val 8879"/>
              <a:gd name="adj2" fmla="val 9038"/>
              <a:gd name="adj3" fmla="val 15734"/>
              <a:gd name="adj4" fmla="val 194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Bent Arrow 53"/>
          <p:cNvSpPr/>
          <p:nvPr/>
        </p:nvSpPr>
        <p:spPr>
          <a:xfrm flipH="1">
            <a:off x="3575268" y="3765748"/>
            <a:ext cx="2854108" cy="3326481"/>
          </a:xfrm>
          <a:prstGeom prst="bentArrow">
            <a:avLst>
              <a:gd name="adj1" fmla="val 8879"/>
              <a:gd name="adj2" fmla="val 9038"/>
              <a:gd name="adj3" fmla="val 15734"/>
              <a:gd name="adj4" fmla="val 194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Bent Arrow 50"/>
          <p:cNvSpPr/>
          <p:nvPr/>
        </p:nvSpPr>
        <p:spPr>
          <a:xfrm>
            <a:off x="6175422" y="4230988"/>
            <a:ext cx="2532380" cy="2861241"/>
          </a:xfrm>
          <a:prstGeom prst="bentArrow">
            <a:avLst>
              <a:gd name="adj1" fmla="val 10194"/>
              <a:gd name="adj2" fmla="val 9038"/>
              <a:gd name="adj3" fmla="val 14263"/>
              <a:gd name="adj4" fmla="val 249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Bent Arrow 56"/>
          <p:cNvSpPr/>
          <p:nvPr/>
        </p:nvSpPr>
        <p:spPr>
          <a:xfrm flipH="1">
            <a:off x="4253640" y="4958034"/>
            <a:ext cx="2175733" cy="2276321"/>
          </a:xfrm>
          <a:prstGeom prst="bentArrow">
            <a:avLst>
              <a:gd name="adj1" fmla="val 13458"/>
              <a:gd name="adj2" fmla="val 12349"/>
              <a:gd name="adj3" fmla="val 17061"/>
              <a:gd name="adj4" fmla="val 3006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114451" y="4908936"/>
            <a:ext cx="2103559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485422" y="3685302"/>
            <a:ext cx="2076131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817108" y="4101114"/>
            <a:ext cx="2076131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altLang="zh-CN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910919" y="2162680"/>
            <a:ext cx="2076131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algn="r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055591" y="2725512"/>
            <a:ext cx="2076131" cy="780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altLang="zh-CN" sz="8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3" name="Freeform 245"/>
          <p:cNvSpPr/>
          <p:nvPr/>
        </p:nvSpPr>
        <p:spPr bwMode="auto">
          <a:xfrm>
            <a:off x="5461505" y="5514742"/>
            <a:ext cx="404931" cy="404931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</a:ln>
        </p:spPr>
        <p:txBody>
          <a:bodyPr vert="horz" wrap="square" lIns="111657" tIns="55828" rIns="111657" bIns="55828" numCol="1" anchor="t" anchorCtr="0" compatLnSpc="1"/>
          <a:lstStyle/>
          <a:p>
            <a:pPr>
              <a:lnSpc>
                <a:spcPct val="120000"/>
              </a:lnSpc>
            </a:pP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Freeform 5"/>
          <p:cNvSpPr>
            <a:spLocks noEditPoints="1"/>
          </p:cNvSpPr>
          <p:nvPr/>
        </p:nvSpPr>
        <p:spPr bwMode="auto">
          <a:xfrm>
            <a:off x="6608818" y="2333936"/>
            <a:ext cx="452258" cy="452258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11657" tIns="55828" rIns="111657" bIns="55828" numCol="1" anchor="t" anchorCtr="0" compatLnSpc="1"/>
          <a:lstStyle/>
          <a:p>
            <a:pPr>
              <a:lnSpc>
                <a:spcPct val="120000"/>
              </a:lnSpc>
            </a:pP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Freeform 217"/>
          <p:cNvSpPr>
            <a:spLocks noEditPoints="1"/>
          </p:cNvSpPr>
          <p:nvPr/>
        </p:nvSpPr>
        <p:spPr bwMode="auto">
          <a:xfrm>
            <a:off x="5524398" y="4349239"/>
            <a:ext cx="462651" cy="346988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11657" tIns="55828" rIns="111657" bIns="55828" numCol="1" anchor="t" anchorCtr="0" compatLnSpc="1"/>
          <a:lstStyle/>
          <a:p>
            <a:pPr>
              <a:lnSpc>
                <a:spcPct val="120000"/>
              </a:lnSpc>
            </a:pP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6" name="Freeform 216"/>
          <p:cNvSpPr>
            <a:spLocks noEditPoints="1"/>
          </p:cNvSpPr>
          <p:nvPr/>
        </p:nvSpPr>
        <p:spPr bwMode="auto">
          <a:xfrm>
            <a:off x="6623986" y="4785967"/>
            <a:ext cx="414068" cy="416883"/>
          </a:xfrm>
          <a:custGeom>
            <a:avLst/>
            <a:gdLst/>
            <a:ahLst/>
            <a:cxnLst>
              <a:cxn ang="0">
                <a:pos x="68" y="34"/>
              </a:cxn>
              <a:cxn ang="0">
                <a:pos x="34" y="68"/>
              </a:cxn>
              <a:cxn ang="0">
                <a:pos x="0" y="34"/>
              </a:cxn>
              <a:cxn ang="0">
                <a:pos x="34" y="0"/>
              </a:cxn>
              <a:cxn ang="0">
                <a:pos x="68" y="34"/>
              </a:cxn>
              <a:cxn ang="0">
                <a:pos x="15" y="40"/>
              </a:cxn>
              <a:cxn ang="0">
                <a:pos x="14" y="34"/>
              </a:cxn>
              <a:cxn ang="0">
                <a:pos x="15" y="27"/>
              </a:cxn>
              <a:cxn ang="0">
                <a:pos x="8" y="20"/>
              </a:cxn>
              <a:cxn ang="0">
                <a:pos x="5" y="34"/>
              </a:cxn>
              <a:cxn ang="0">
                <a:pos x="8" y="47"/>
              </a:cxn>
              <a:cxn ang="0">
                <a:pos x="15" y="40"/>
              </a:cxn>
              <a:cxn ang="0">
                <a:pos x="48" y="34"/>
              </a:cxn>
              <a:cxn ang="0">
                <a:pos x="34" y="19"/>
              </a:cxn>
              <a:cxn ang="0">
                <a:pos x="19" y="34"/>
              </a:cxn>
              <a:cxn ang="0">
                <a:pos x="34" y="48"/>
              </a:cxn>
              <a:cxn ang="0">
                <a:pos x="48" y="34"/>
              </a:cxn>
              <a:cxn ang="0">
                <a:pos x="20" y="8"/>
              </a:cxn>
              <a:cxn ang="0">
                <a:pos x="27" y="15"/>
              </a:cxn>
              <a:cxn ang="0">
                <a:pos x="34" y="14"/>
              </a:cxn>
              <a:cxn ang="0">
                <a:pos x="40" y="15"/>
              </a:cxn>
              <a:cxn ang="0">
                <a:pos x="47" y="8"/>
              </a:cxn>
              <a:cxn ang="0">
                <a:pos x="34" y="5"/>
              </a:cxn>
              <a:cxn ang="0">
                <a:pos x="20" y="8"/>
              </a:cxn>
              <a:cxn ang="0">
                <a:pos x="47" y="59"/>
              </a:cxn>
              <a:cxn ang="0">
                <a:pos x="40" y="52"/>
              </a:cxn>
              <a:cxn ang="0">
                <a:pos x="34" y="53"/>
              </a:cxn>
              <a:cxn ang="0">
                <a:pos x="27" y="52"/>
              </a:cxn>
              <a:cxn ang="0">
                <a:pos x="20" y="59"/>
              </a:cxn>
              <a:cxn ang="0">
                <a:pos x="34" y="63"/>
              </a:cxn>
              <a:cxn ang="0">
                <a:pos x="47" y="59"/>
              </a:cxn>
              <a:cxn ang="0">
                <a:pos x="60" y="47"/>
              </a:cxn>
              <a:cxn ang="0">
                <a:pos x="63" y="34"/>
              </a:cxn>
              <a:cxn ang="0">
                <a:pos x="60" y="20"/>
              </a:cxn>
              <a:cxn ang="0">
                <a:pos x="52" y="27"/>
              </a:cxn>
              <a:cxn ang="0">
                <a:pos x="53" y="34"/>
              </a:cxn>
              <a:cxn ang="0">
                <a:pos x="52" y="40"/>
              </a:cxn>
              <a:cxn ang="0">
                <a:pos x="60" y="47"/>
              </a:cxn>
            </a:cxnLst>
            <a:rect l="0" t="0" r="r" b="b"/>
            <a:pathLst>
              <a:path w="68" h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15" y="40"/>
                </a:moveTo>
                <a:cubicBezTo>
                  <a:pt x="15" y="38"/>
                  <a:pt x="14" y="36"/>
                  <a:pt x="14" y="34"/>
                </a:cubicBezTo>
                <a:cubicBezTo>
                  <a:pt x="14" y="31"/>
                  <a:pt x="15" y="29"/>
                  <a:pt x="15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6" y="24"/>
                  <a:pt x="5" y="29"/>
                  <a:pt x="5" y="34"/>
                </a:cubicBezTo>
                <a:cubicBezTo>
                  <a:pt x="5" y="39"/>
                  <a:pt x="6" y="43"/>
                  <a:pt x="8" y="47"/>
                </a:cubicBezTo>
                <a:lnTo>
                  <a:pt x="15" y="40"/>
                </a:lnTo>
                <a:close/>
                <a:moveTo>
                  <a:pt x="48" y="34"/>
                </a:moveTo>
                <a:cubicBezTo>
                  <a:pt x="48" y="26"/>
                  <a:pt x="42" y="19"/>
                  <a:pt x="34" y="19"/>
                </a:cubicBezTo>
                <a:cubicBezTo>
                  <a:pt x="26" y="19"/>
                  <a:pt x="19" y="26"/>
                  <a:pt x="19" y="34"/>
                </a:cubicBezTo>
                <a:cubicBezTo>
                  <a:pt x="19" y="42"/>
                  <a:pt x="26" y="48"/>
                  <a:pt x="34" y="48"/>
                </a:cubicBezTo>
                <a:cubicBezTo>
                  <a:pt x="42" y="48"/>
                  <a:pt x="48" y="42"/>
                  <a:pt x="48" y="34"/>
                </a:cubicBezTo>
                <a:close/>
                <a:moveTo>
                  <a:pt x="20" y="8"/>
                </a:move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32" y="14"/>
                  <a:pt x="34" y="14"/>
                </a:cubicBezTo>
                <a:cubicBezTo>
                  <a:pt x="36" y="14"/>
                  <a:pt x="38" y="15"/>
                  <a:pt x="40" y="15"/>
                </a:cubicBezTo>
                <a:cubicBezTo>
                  <a:pt x="47" y="8"/>
                  <a:pt x="47" y="8"/>
                  <a:pt x="47" y="8"/>
                </a:cubicBezTo>
                <a:cubicBezTo>
                  <a:pt x="43" y="6"/>
                  <a:pt x="39" y="5"/>
                  <a:pt x="34" y="5"/>
                </a:cubicBezTo>
                <a:cubicBezTo>
                  <a:pt x="29" y="5"/>
                  <a:pt x="24" y="6"/>
                  <a:pt x="20" y="8"/>
                </a:cubicBezTo>
                <a:close/>
                <a:moveTo>
                  <a:pt x="47" y="59"/>
                </a:moveTo>
                <a:cubicBezTo>
                  <a:pt x="40" y="52"/>
                  <a:pt x="40" y="52"/>
                  <a:pt x="40" y="52"/>
                </a:cubicBezTo>
                <a:cubicBezTo>
                  <a:pt x="38" y="53"/>
                  <a:pt x="36" y="53"/>
                  <a:pt x="34" y="53"/>
                </a:cubicBezTo>
                <a:cubicBezTo>
                  <a:pt x="32" y="53"/>
                  <a:pt x="29" y="53"/>
                  <a:pt x="27" y="52"/>
                </a:cubicBezTo>
                <a:cubicBezTo>
                  <a:pt x="20" y="59"/>
                  <a:pt x="20" y="59"/>
                  <a:pt x="20" y="59"/>
                </a:cubicBezTo>
                <a:cubicBezTo>
                  <a:pt x="24" y="62"/>
                  <a:pt x="29" y="63"/>
                  <a:pt x="34" y="63"/>
                </a:cubicBezTo>
                <a:cubicBezTo>
                  <a:pt x="39" y="63"/>
                  <a:pt x="43" y="62"/>
                  <a:pt x="47" y="59"/>
                </a:cubicBezTo>
                <a:close/>
                <a:moveTo>
                  <a:pt x="60" y="47"/>
                </a:moveTo>
                <a:cubicBezTo>
                  <a:pt x="62" y="43"/>
                  <a:pt x="63" y="39"/>
                  <a:pt x="63" y="34"/>
                </a:cubicBezTo>
                <a:cubicBezTo>
                  <a:pt x="63" y="29"/>
                  <a:pt x="62" y="24"/>
                  <a:pt x="60" y="20"/>
                </a:cubicBezTo>
                <a:cubicBezTo>
                  <a:pt x="52" y="27"/>
                  <a:pt x="52" y="27"/>
                  <a:pt x="52" y="27"/>
                </a:cubicBezTo>
                <a:cubicBezTo>
                  <a:pt x="53" y="29"/>
                  <a:pt x="53" y="32"/>
                  <a:pt x="53" y="34"/>
                </a:cubicBezTo>
                <a:cubicBezTo>
                  <a:pt x="53" y="36"/>
                  <a:pt x="53" y="38"/>
                  <a:pt x="52" y="40"/>
                </a:cubicBezTo>
                <a:lnTo>
                  <a:pt x="60" y="47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11657" tIns="55828" rIns="111657" bIns="55828" numCol="1" anchor="t" anchorCtr="0" compatLnSpc="1"/>
          <a:lstStyle/>
          <a:p>
            <a:pPr>
              <a:lnSpc>
                <a:spcPct val="120000"/>
              </a:lnSpc>
            </a:pP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7" name="Freeform 135"/>
          <p:cNvSpPr>
            <a:spLocks noEditPoints="1"/>
          </p:cNvSpPr>
          <p:nvPr/>
        </p:nvSpPr>
        <p:spPr bwMode="auto">
          <a:xfrm>
            <a:off x="6581597" y="3511808"/>
            <a:ext cx="370434" cy="346988"/>
          </a:xfrm>
          <a:custGeom>
            <a:avLst/>
            <a:gdLst/>
            <a:ahLst/>
            <a:cxnLst>
              <a:cxn ang="0">
                <a:pos x="13" y="39"/>
              </a:cxn>
              <a:cxn ang="0">
                <a:pos x="8" y="39"/>
              </a:cxn>
              <a:cxn ang="0">
                <a:pos x="0" y="33"/>
              </a:cxn>
              <a:cxn ang="0">
                <a:pos x="5" y="19"/>
              </a:cxn>
              <a:cxn ang="0">
                <a:pos x="15" y="22"/>
              </a:cxn>
              <a:cxn ang="0">
                <a:pos x="20" y="21"/>
              </a:cxn>
              <a:cxn ang="0">
                <a:pos x="20" y="24"/>
              </a:cxn>
              <a:cxn ang="0">
                <a:pos x="23" y="34"/>
              </a:cxn>
              <a:cxn ang="0">
                <a:pos x="13" y="39"/>
              </a:cxn>
              <a:cxn ang="0">
                <a:pos x="15" y="19"/>
              </a:cxn>
              <a:cxn ang="0">
                <a:pos x="5" y="9"/>
              </a:cxn>
              <a:cxn ang="0">
                <a:pos x="15" y="0"/>
              </a:cxn>
              <a:cxn ang="0">
                <a:pos x="25" y="9"/>
              </a:cxn>
              <a:cxn ang="0">
                <a:pos x="15" y="19"/>
              </a:cxn>
              <a:cxn ang="0">
                <a:pos x="53" y="68"/>
              </a:cxn>
              <a:cxn ang="0">
                <a:pos x="20" y="68"/>
              </a:cxn>
              <a:cxn ang="0">
                <a:pos x="10" y="58"/>
              </a:cxn>
              <a:cxn ang="0">
                <a:pos x="23" y="36"/>
              </a:cxn>
              <a:cxn ang="0">
                <a:pos x="37" y="41"/>
              </a:cxn>
              <a:cxn ang="0">
                <a:pos x="50" y="36"/>
              </a:cxn>
              <a:cxn ang="0">
                <a:pos x="64" y="58"/>
              </a:cxn>
              <a:cxn ang="0">
                <a:pos x="53" y="68"/>
              </a:cxn>
              <a:cxn ang="0">
                <a:pos x="37" y="39"/>
              </a:cxn>
              <a:cxn ang="0">
                <a:pos x="22" y="24"/>
              </a:cxn>
              <a:cxn ang="0">
                <a:pos x="37" y="9"/>
              </a:cxn>
              <a:cxn ang="0">
                <a:pos x="51" y="24"/>
              </a:cxn>
              <a:cxn ang="0">
                <a:pos x="37" y="39"/>
              </a:cxn>
              <a:cxn ang="0">
                <a:pos x="59" y="19"/>
              </a:cxn>
              <a:cxn ang="0">
                <a:pos x="49" y="9"/>
              </a:cxn>
              <a:cxn ang="0">
                <a:pos x="59" y="0"/>
              </a:cxn>
              <a:cxn ang="0">
                <a:pos x="68" y="9"/>
              </a:cxn>
              <a:cxn ang="0">
                <a:pos x="59" y="19"/>
              </a:cxn>
              <a:cxn ang="0">
                <a:pos x="66" y="39"/>
              </a:cxn>
              <a:cxn ang="0">
                <a:pos x="61" y="39"/>
              </a:cxn>
              <a:cxn ang="0">
                <a:pos x="51" y="34"/>
              </a:cxn>
              <a:cxn ang="0">
                <a:pos x="54" y="24"/>
              </a:cxn>
              <a:cxn ang="0">
                <a:pos x="54" y="21"/>
              </a:cxn>
              <a:cxn ang="0">
                <a:pos x="59" y="22"/>
              </a:cxn>
              <a:cxn ang="0">
                <a:pos x="69" y="19"/>
              </a:cxn>
              <a:cxn ang="0">
                <a:pos x="73" y="33"/>
              </a:cxn>
              <a:cxn ang="0">
                <a:pos x="66" y="39"/>
              </a:cxn>
            </a:cxnLst>
            <a:rect l="0" t="0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11657" tIns="55828" rIns="111657" bIns="55828" numCol="1" anchor="t" anchorCtr="0" compatLnSpc="1"/>
          <a:lstStyle/>
          <a:p>
            <a:pPr>
              <a:lnSpc>
                <a:spcPct val="120000"/>
              </a:lnSpc>
            </a:pPr>
            <a:endParaRPr lang="en-US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54" grpId="0" animBg="1"/>
      <p:bldP spid="51" grpId="0" animBg="1"/>
      <p:bldP spid="57" grpId="0" animBg="1"/>
      <p:bldP spid="67" grpId="0"/>
      <p:bldP spid="69" grpId="0"/>
      <p:bldP spid="70" grpId="0"/>
      <p:bldP spid="71" grpId="0"/>
      <p:bldP spid="72" grpId="0"/>
      <p:bldP spid="73" grpId="0" animBg="1"/>
      <p:bldP spid="74" grpId="0" animBg="1"/>
      <p:bldP spid="75" grpId="0" animBg="1"/>
      <p:bldP spid="76" grpId="0" animBg="1"/>
      <p:bldP spid="7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9"/>
          <p:cNvGrpSpPr/>
          <p:nvPr/>
        </p:nvGrpSpPr>
        <p:grpSpPr>
          <a:xfrm>
            <a:off x="5072138" y="2524732"/>
            <a:ext cx="1305896" cy="1605024"/>
            <a:chOff x="3606801" y="1795463"/>
            <a:chExt cx="928688" cy="1141413"/>
          </a:xfrm>
        </p:grpSpPr>
        <p:sp>
          <p:nvSpPr>
            <p:cNvPr id="6152" name="Freeform 8"/>
            <p:cNvSpPr/>
            <p:nvPr/>
          </p:nvSpPr>
          <p:spPr bwMode="auto">
            <a:xfrm>
              <a:off x="3606801" y="1795463"/>
              <a:ext cx="928688" cy="1141413"/>
            </a:xfrm>
            <a:custGeom>
              <a:avLst/>
              <a:gdLst/>
              <a:ahLst/>
              <a:cxnLst>
                <a:cxn ang="0">
                  <a:pos x="3" y="110"/>
                </a:cxn>
                <a:cxn ang="0">
                  <a:pos x="247" y="0"/>
                </a:cxn>
                <a:cxn ang="0">
                  <a:pos x="247" y="303"/>
                </a:cxn>
                <a:cxn ang="0">
                  <a:pos x="21" y="303"/>
                </a:cxn>
                <a:cxn ang="0">
                  <a:pos x="3" y="110"/>
                </a:cxn>
              </a:cxnLst>
              <a:rect l="0" t="0" r="r" b="b"/>
              <a:pathLst>
                <a:path w="247" h="303">
                  <a:moveTo>
                    <a:pt x="3" y="110"/>
                  </a:moveTo>
                  <a:cubicBezTo>
                    <a:pt x="103" y="89"/>
                    <a:pt x="184" y="52"/>
                    <a:pt x="247" y="0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1" y="303"/>
                    <a:pt x="21" y="303"/>
                    <a:pt x="21" y="303"/>
                  </a:cubicBezTo>
                  <a:cubicBezTo>
                    <a:pt x="5" y="245"/>
                    <a:pt x="0" y="180"/>
                    <a:pt x="3" y="11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3962400" y="2350968"/>
              <a:ext cx="275623" cy="307615"/>
            </a:xfrm>
            <a:custGeom>
              <a:avLst/>
              <a:gdLst/>
              <a:ahLst/>
              <a:cxnLst>
                <a:cxn ang="0">
                  <a:pos x="374" y="158"/>
                </a:cxn>
                <a:cxn ang="0">
                  <a:pos x="352" y="158"/>
                </a:cxn>
                <a:cxn ang="0">
                  <a:pos x="209" y="0"/>
                </a:cxn>
                <a:cxn ang="0">
                  <a:pos x="67" y="158"/>
                </a:cxn>
                <a:cxn ang="0">
                  <a:pos x="44" y="158"/>
                </a:cxn>
                <a:cxn ang="0">
                  <a:pos x="0" y="203"/>
                </a:cxn>
                <a:cxn ang="0">
                  <a:pos x="0" y="414"/>
                </a:cxn>
                <a:cxn ang="0">
                  <a:pos x="44" y="478"/>
                </a:cxn>
                <a:cxn ang="0">
                  <a:pos x="374" y="478"/>
                </a:cxn>
                <a:cxn ang="0">
                  <a:pos x="428" y="414"/>
                </a:cxn>
                <a:cxn ang="0">
                  <a:pos x="428" y="203"/>
                </a:cxn>
                <a:cxn ang="0">
                  <a:pos x="374" y="158"/>
                </a:cxn>
                <a:cxn ang="0">
                  <a:pos x="247" y="414"/>
                </a:cxn>
                <a:cxn ang="0">
                  <a:pos x="172" y="414"/>
                </a:cxn>
                <a:cxn ang="0">
                  <a:pos x="186" y="309"/>
                </a:cxn>
                <a:cxn ang="0">
                  <a:pos x="161" y="265"/>
                </a:cxn>
                <a:cxn ang="0">
                  <a:pos x="210" y="216"/>
                </a:cxn>
                <a:cxn ang="0">
                  <a:pos x="258" y="264"/>
                </a:cxn>
                <a:cxn ang="0">
                  <a:pos x="232" y="310"/>
                </a:cxn>
                <a:cxn ang="0">
                  <a:pos x="247" y="414"/>
                </a:cxn>
                <a:cxn ang="0">
                  <a:pos x="112" y="158"/>
                </a:cxn>
                <a:cxn ang="0">
                  <a:pos x="209" y="45"/>
                </a:cxn>
                <a:cxn ang="0">
                  <a:pos x="307" y="158"/>
                </a:cxn>
                <a:cxn ang="0">
                  <a:pos x="112" y="158"/>
                </a:cxn>
              </a:cxnLst>
              <a:rect l="0" t="0" r="r" b="b"/>
              <a:pathLst>
                <a:path w="428" h="478">
                  <a:moveTo>
                    <a:pt x="374" y="158"/>
                  </a:moveTo>
                  <a:cubicBezTo>
                    <a:pt x="352" y="158"/>
                    <a:pt x="352" y="158"/>
                    <a:pt x="352" y="158"/>
                  </a:cubicBezTo>
                  <a:cubicBezTo>
                    <a:pt x="352" y="58"/>
                    <a:pt x="292" y="0"/>
                    <a:pt x="209" y="0"/>
                  </a:cubicBezTo>
                  <a:cubicBezTo>
                    <a:pt x="127" y="0"/>
                    <a:pt x="67" y="58"/>
                    <a:pt x="67" y="158"/>
                  </a:cubicBezTo>
                  <a:cubicBezTo>
                    <a:pt x="44" y="158"/>
                    <a:pt x="44" y="158"/>
                    <a:pt x="44" y="158"/>
                  </a:cubicBezTo>
                  <a:cubicBezTo>
                    <a:pt x="11" y="158"/>
                    <a:pt x="0" y="170"/>
                    <a:pt x="0" y="203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0" y="447"/>
                    <a:pt x="11" y="478"/>
                    <a:pt x="44" y="478"/>
                  </a:cubicBezTo>
                  <a:cubicBezTo>
                    <a:pt x="374" y="478"/>
                    <a:pt x="374" y="478"/>
                    <a:pt x="374" y="478"/>
                  </a:cubicBezTo>
                  <a:cubicBezTo>
                    <a:pt x="407" y="478"/>
                    <a:pt x="428" y="447"/>
                    <a:pt x="428" y="414"/>
                  </a:cubicBezTo>
                  <a:cubicBezTo>
                    <a:pt x="428" y="203"/>
                    <a:pt x="428" y="203"/>
                    <a:pt x="428" y="203"/>
                  </a:cubicBezTo>
                  <a:cubicBezTo>
                    <a:pt x="428" y="170"/>
                    <a:pt x="407" y="158"/>
                    <a:pt x="374" y="158"/>
                  </a:cubicBezTo>
                  <a:moveTo>
                    <a:pt x="247" y="414"/>
                  </a:moveTo>
                  <a:cubicBezTo>
                    <a:pt x="172" y="414"/>
                    <a:pt x="172" y="414"/>
                    <a:pt x="172" y="414"/>
                  </a:cubicBezTo>
                  <a:cubicBezTo>
                    <a:pt x="186" y="309"/>
                    <a:pt x="186" y="309"/>
                    <a:pt x="186" y="309"/>
                  </a:cubicBezTo>
                  <a:cubicBezTo>
                    <a:pt x="171" y="301"/>
                    <a:pt x="161" y="283"/>
                    <a:pt x="161" y="265"/>
                  </a:cubicBezTo>
                  <a:cubicBezTo>
                    <a:pt x="161" y="238"/>
                    <a:pt x="183" y="216"/>
                    <a:pt x="210" y="216"/>
                  </a:cubicBezTo>
                  <a:cubicBezTo>
                    <a:pt x="236" y="216"/>
                    <a:pt x="258" y="237"/>
                    <a:pt x="258" y="264"/>
                  </a:cubicBezTo>
                  <a:cubicBezTo>
                    <a:pt x="258" y="282"/>
                    <a:pt x="248" y="302"/>
                    <a:pt x="232" y="310"/>
                  </a:cubicBezTo>
                  <a:lnTo>
                    <a:pt x="247" y="414"/>
                  </a:lnTo>
                  <a:close/>
                  <a:moveTo>
                    <a:pt x="112" y="158"/>
                  </a:moveTo>
                  <a:cubicBezTo>
                    <a:pt x="112" y="66"/>
                    <a:pt x="161" y="45"/>
                    <a:pt x="209" y="45"/>
                  </a:cubicBezTo>
                  <a:cubicBezTo>
                    <a:pt x="258" y="45"/>
                    <a:pt x="307" y="66"/>
                    <a:pt x="307" y="158"/>
                  </a:cubicBezTo>
                  <a:lnTo>
                    <a:pt x="112" y="15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" name="Group 50"/>
          <p:cNvGrpSpPr/>
          <p:nvPr/>
        </p:nvGrpSpPr>
        <p:grpSpPr>
          <a:xfrm>
            <a:off x="6462860" y="2520266"/>
            <a:ext cx="1303663" cy="1609489"/>
            <a:chOff x="4595813" y="1792288"/>
            <a:chExt cx="927100" cy="1144588"/>
          </a:xfrm>
        </p:grpSpPr>
        <p:sp>
          <p:nvSpPr>
            <p:cNvPr id="6153" name="Freeform 9"/>
            <p:cNvSpPr/>
            <p:nvPr/>
          </p:nvSpPr>
          <p:spPr bwMode="auto">
            <a:xfrm>
              <a:off x="4595813" y="1792288"/>
              <a:ext cx="927100" cy="1144588"/>
            </a:xfrm>
            <a:custGeom>
              <a:avLst/>
              <a:gdLst/>
              <a:ahLst/>
              <a:cxnLst>
                <a:cxn ang="0">
                  <a:pos x="220" y="304"/>
                </a:cxn>
                <a:cxn ang="0">
                  <a:pos x="0" y="304"/>
                </a:cxn>
                <a:cxn ang="0">
                  <a:pos x="0" y="0"/>
                </a:cxn>
                <a:cxn ang="0">
                  <a:pos x="246" y="111"/>
                </a:cxn>
                <a:cxn ang="0">
                  <a:pos x="220" y="304"/>
                </a:cxn>
              </a:cxnLst>
              <a:rect l="0" t="0" r="r" b="b"/>
              <a:pathLst>
                <a:path w="246" h="304">
                  <a:moveTo>
                    <a:pt x="220" y="304"/>
                  </a:moveTo>
                  <a:cubicBezTo>
                    <a:pt x="0" y="304"/>
                    <a:pt x="0" y="304"/>
                    <a:pt x="0" y="30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6" y="56"/>
                    <a:pt x="158" y="93"/>
                    <a:pt x="246" y="111"/>
                  </a:cubicBezTo>
                  <a:cubicBezTo>
                    <a:pt x="243" y="183"/>
                    <a:pt x="235" y="247"/>
                    <a:pt x="220" y="304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Freeform 100"/>
            <p:cNvSpPr>
              <a:spLocks noEditPoints="1"/>
            </p:cNvSpPr>
            <p:nvPr/>
          </p:nvSpPr>
          <p:spPr bwMode="auto">
            <a:xfrm>
              <a:off x="4800600" y="2355899"/>
              <a:ext cx="323697" cy="310304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Group 51"/>
          <p:cNvGrpSpPr/>
          <p:nvPr/>
        </p:nvGrpSpPr>
        <p:grpSpPr>
          <a:xfrm>
            <a:off x="5208308" y="4219046"/>
            <a:ext cx="1169725" cy="1439834"/>
            <a:chOff x="3703638" y="3000375"/>
            <a:chExt cx="831850" cy="1023938"/>
          </a:xfrm>
        </p:grpSpPr>
        <p:sp>
          <p:nvSpPr>
            <p:cNvPr id="6155" name="Freeform 11"/>
            <p:cNvSpPr/>
            <p:nvPr/>
          </p:nvSpPr>
          <p:spPr bwMode="auto">
            <a:xfrm>
              <a:off x="3703638" y="3000375"/>
              <a:ext cx="831850" cy="1023938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272"/>
                </a:cxn>
                <a:cxn ang="0">
                  <a:pos x="0" y="0"/>
                </a:cxn>
                <a:cxn ang="0">
                  <a:pos x="221" y="0"/>
                </a:cxn>
              </a:cxnLst>
              <a:rect l="0" t="0" r="r" b="b"/>
              <a:pathLst>
                <a:path w="221" h="272">
                  <a:moveTo>
                    <a:pt x="221" y="0"/>
                  </a:moveTo>
                  <a:cubicBezTo>
                    <a:pt x="221" y="272"/>
                    <a:pt x="221" y="272"/>
                    <a:pt x="221" y="272"/>
                  </a:cubicBezTo>
                  <a:cubicBezTo>
                    <a:pt x="108" y="207"/>
                    <a:pt x="34" y="116"/>
                    <a:pt x="0" y="0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Freeform 131"/>
            <p:cNvSpPr/>
            <p:nvPr/>
          </p:nvSpPr>
          <p:spPr bwMode="auto">
            <a:xfrm>
              <a:off x="4077352" y="3159042"/>
              <a:ext cx="321341" cy="326210"/>
            </a:xfrm>
            <a:custGeom>
              <a:avLst/>
              <a:gdLst/>
              <a:ahLst/>
              <a:cxnLst>
                <a:cxn ang="0">
                  <a:pos x="61" y="49"/>
                </a:cxn>
                <a:cxn ang="0">
                  <a:pos x="49" y="62"/>
                </a:cxn>
                <a:cxn ang="0">
                  <a:pos x="36" y="49"/>
                </a:cxn>
                <a:cxn ang="0">
                  <a:pos x="36" y="48"/>
                </a:cxn>
                <a:cxn ang="0">
                  <a:pos x="21" y="41"/>
                </a:cxn>
                <a:cxn ang="0">
                  <a:pos x="13" y="44"/>
                </a:cxn>
                <a:cxn ang="0">
                  <a:pos x="0" y="31"/>
                </a:cxn>
                <a:cxn ang="0">
                  <a:pos x="13" y="18"/>
                </a:cxn>
                <a:cxn ang="0">
                  <a:pos x="21" y="22"/>
                </a:cxn>
                <a:cxn ang="0">
                  <a:pos x="36" y="15"/>
                </a:cxn>
                <a:cxn ang="0">
                  <a:pos x="36" y="13"/>
                </a:cxn>
                <a:cxn ang="0">
                  <a:pos x="49" y="0"/>
                </a:cxn>
                <a:cxn ang="0">
                  <a:pos x="61" y="13"/>
                </a:cxn>
                <a:cxn ang="0">
                  <a:pos x="49" y="26"/>
                </a:cxn>
                <a:cxn ang="0">
                  <a:pos x="40" y="23"/>
                </a:cxn>
                <a:cxn ang="0">
                  <a:pos x="25" y="30"/>
                </a:cxn>
                <a:cxn ang="0">
                  <a:pos x="25" y="31"/>
                </a:cxn>
                <a:cxn ang="0">
                  <a:pos x="25" y="33"/>
                </a:cxn>
                <a:cxn ang="0">
                  <a:pos x="40" y="40"/>
                </a:cxn>
                <a:cxn ang="0">
                  <a:pos x="49" y="36"/>
                </a:cxn>
                <a:cxn ang="0">
                  <a:pos x="61" y="49"/>
                </a:cxn>
              </a:cxnLst>
              <a:rect l="0" t="0" r="r" b="b"/>
              <a:pathLst>
                <a:path w="61" h="62">
                  <a:moveTo>
                    <a:pt x="61" y="49"/>
                  </a:moveTo>
                  <a:cubicBezTo>
                    <a:pt x="61" y="56"/>
                    <a:pt x="56" y="62"/>
                    <a:pt x="49" y="62"/>
                  </a:cubicBezTo>
                  <a:cubicBezTo>
                    <a:pt x="41" y="62"/>
                    <a:pt x="36" y="56"/>
                    <a:pt x="36" y="49"/>
                  </a:cubicBezTo>
                  <a:cubicBezTo>
                    <a:pt x="36" y="49"/>
                    <a:pt x="36" y="48"/>
                    <a:pt x="36" y="48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19" y="43"/>
                    <a:pt x="16" y="44"/>
                    <a:pt x="13" y="44"/>
                  </a:cubicBezTo>
                  <a:cubicBezTo>
                    <a:pt x="6" y="44"/>
                    <a:pt x="0" y="38"/>
                    <a:pt x="0" y="31"/>
                  </a:cubicBezTo>
                  <a:cubicBezTo>
                    <a:pt x="0" y="24"/>
                    <a:pt x="6" y="18"/>
                    <a:pt x="13" y="18"/>
                  </a:cubicBezTo>
                  <a:cubicBezTo>
                    <a:pt x="16" y="18"/>
                    <a:pt x="19" y="20"/>
                    <a:pt x="21" y="22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6" y="6"/>
                    <a:pt x="41" y="0"/>
                    <a:pt x="49" y="0"/>
                  </a:cubicBezTo>
                  <a:cubicBezTo>
                    <a:pt x="56" y="0"/>
                    <a:pt x="61" y="6"/>
                    <a:pt x="61" y="13"/>
                  </a:cubicBezTo>
                  <a:cubicBezTo>
                    <a:pt x="61" y="20"/>
                    <a:pt x="56" y="26"/>
                    <a:pt x="49" y="26"/>
                  </a:cubicBezTo>
                  <a:cubicBezTo>
                    <a:pt x="45" y="26"/>
                    <a:pt x="42" y="25"/>
                    <a:pt x="40" y="23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0"/>
                    <a:pt x="25" y="31"/>
                    <a:pt x="25" y="31"/>
                  </a:cubicBezTo>
                  <a:cubicBezTo>
                    <a:pt x="25" y="32"/>
                    <a:pt x="25" y="32"/>
                    <a:pt x="25" y="33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2" y="38"/>
                    <a:pt x="45" y="36"/>
                    <a:pt x="49" y="36"/>
                  </a:cubicBezTo>
                  <a:cubicBezTo>
                    <a:pt x="56" y="36"/>
                    <a:pt x="61" y="42"/>
                    <a:pt x="61" y="4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52"/>
          <p:cNvGrpSpPr/>
          <p:nvPr/>
        </p:nvGrpSpPr>
        <p:grpSpPr>
          <a:xfrm>
            <a:off x="6462860" y="4219046"/>
            <a:ext cx="1145170" cy="1446530"/>
            <a:chOff x="4595813" y="3000375"/>
            <a:chExt cx="814388" cy="1028700"/>
          </a:xfrm>
        </p:grpSpPr>
        <p:sp>
          <p:nvSpPr>
            <p:cNvPr id="6154" name="Freeform 10"/>
            <p:cNvSpPr/>
            <p:nvPr/>
          </p:nvSpPr>
          <p:spPr bwMode="auto">
            <a:xfrm>
              <a:off x="4595813" y="3000375"/>
              <a:ext cx="814388" cy="1028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6" y="0"/>
                </a:cxn>
                <a:cxn ang="0">
                  <a:pos x="0" y="273"/>
                </a:cxn>
                <a:cxn ang="0">
                  <a:pos x="0" y="0"/>
                </a:cxn>
              </a:cxnLst>
              <a:rect l="0" t="0" r="r" b="b"/>
              <a:pathLst>
                <a:path w="216" h="273">
                  <a:moveTo>
                    <a:pt x="0" y="0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178" y="134"/>
                    <a:pt x="106" y="225"/>
                    <a:pt x="0" y="2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Freeform 62"/>
            <p:cNvSpPr>
              <a:spLocks noEditPoints="1"/>
            </p:cNvSpPr>
            <p:nvPr/>
          </p:nvSpPr>
          <p:spPr bwMode="auto">
            <a:xfrm>
              <a:off x="4737209" y="3175053"/>
              <a:ext cx="330417" cy="333059"/>
            </a:xfrm>
            <a:custGeom>
              <a:avLst/>
              <a:gdLst/>
              <a:ahLst/>
              <a:cxnLst>
                <a:cxn ang="0">
                  <a:pos x="58" y="33"/>
                </a:cxn>
                <a:cxn ang="0">
                  <a:pos x="57" y="34"/>
                </a:cxn>
                <a:cxn ang="0">
                  <a:pos x="50" y="35"/>
                </a:cxn>
                <a:cxn ang="0">
                  <a:pos x="49" y="39"/>
                </a:cxn>
                <a:cxn ang="0">
                  <a:pos x="53" y="44"/>
                </a:cxn>
                <a:cxn ang="0">
                  <a:pos x="53" y="45"/>
                </a:cxn>
                <a:cxn ang="0">
                  <a:pos x="53" y="46"/>
                </a:cxn>
                <a:cxn ang="0">
                  <a:pos x="45" y="53"/>
                </a:cxn>
                <a:cxn ang="0">
                  <a:pos x="44" y="52"/>
                </a:cxn>
                <a:cxn ang="0">
                  <a:pos x="39" y="48"/>
                </a:cxn>
                <a:cxn ang="0">
                  <a:pos x="36" y="50"/>
                </a:cxn>
                <a:cxn ang="0">
                  <a:pos x="34" y="57"/>
                </a:cxn>
                <a:cxn ang="0">
                  <a:pos x="33" y="58"/>
                </a:cxn>
                <a:cxn ang="0">
                  <a:pos x="25" y="58"/>
                </a:cxn>
                <a:cxn ang="0">
                  <a:pos x="23" y="57"/>
                </a:cxn>
                <a:cxn ang="0">
                  <a:pos x="22" y="50"/>
                </a:cxn>
                <a:cxn ang="0">
                  <a:pos x="19" y="48"/>
                </a:cxn>
                <a:cxn ang="0">
                  <a:pos x="14" y="52"/>
                </a:cxn>
                <a:cxn ang="0">
                  <a:pos x="13" y="53"/>
                </a:cxn>
                <a:cxn ang="0">
                  <a:pos x="12" y="52"/>
                </a:cxn>
                <a:cxn ang="0">
                  <a:pos x="5" y="46"/>
                </a:cxn>
                <a:cxn ang="0">
                  <a:pos x="5" y="45"/>
                </a:cxn>
                <a:cxn ang="0">
                  <a:pos x="5" y="44"/>
                </a:cxn>
                <a:cxn ang="0">
                  <a:pos x="9" y="39"/>
                </a:cxn>
                <a:cxn ang="0">
                  <a:pos x="8" y="35"/>
                </a:cxn>
                <a:cxn ang="0">
                  <a:pos x="1" y="34"/>
                </a:cxn>
                <a:cxn ang="0">
                  <a:pos x="0" y="33"/>
                </a:cxn>
                <a:cxn ang="0">
                  <a:pos x="0" y="24"/>
                </a:cxn>
                <a:cxn ang="0">
                  <a:pos x="1" y="23"/>
                </a:cxn>
                <a:cxn ang="0">
                  <a:pos x="8" y="22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3" y="5"/>
                </a:cxn>
                <a:cxn ang="0">
                  <a:pos x="14" y="5"/>
                </a:cxn>
                <a:cxn ang="0">
                  <a:pos x="19" y="9"/>
                </a:cxn>
                <a:cxn ang="0">
                  <a:pos x="22" y="8"/>
                </a:cxn>
                <a:cxn ang="0">
                  <a:pos x="23" y="1"/>
                </a:cxn>
                <a:cxn ang="0">
                  <a:pos x="25" y="0"/>
                </a:cxn>
                <a:cxn ang="0">
                  <a:pos x="33" y="0"/>
                </a:cxn>
                <a:cxn ang="0">
                  <a:pos x="34" y="1"/>
                </a:cxn>
                <a:cxn ang="0">
                  <a:pos x="36" y="8"/>
                </a:cxn>
                <a:cxn ang="0">
                  <a:pos x="39" y="9"/>
                </a:cxn>
                <a:cxn ang="0">
                  <a:pos x="44" y="5"/>
                </a:cxn>
                <a:cxn ang="0">
                  <a:pos x="45" y="5"/>
                </a:cxn>
                <a:cxn ang="0">
                  <a:pos x="46" y="5"/>
                </a:cxn>
                <a:cxn ang="0">
                  <a:pos x="52" y="12"/>
                </a:cxn>
                <a:cxn ang="0">
                  <a:pos x="53" y="12"/>
                </a:cxn>
                <a:cxn ang="0">
                  <a:pos x="52" y="13"/>
                </a:cxn>
                <a:cxn ang="0">
                  <a:pos x="48" y="18"/>
                </a:cxn>
                <a:cxn ang="0">
                  <a:pos x="50" y="22"/>
                </a:cxn>
                <a:cxn ang="0">
                  <a:pos x="57" y="23"/>
                </a:cxn>
                <a:cxn ang="0">
                  <a:pos x="58" y="25"/>
                </a:cxn>
                <a:cxn ang="0">
                  <a:pos x="58" y="33"/>
                </a:cxn>
                <a:cxn ang="0">
                  <a:pos x="29" y="19"/>
                </a:cxn>
                <a:cxn ang="0">
                  <a:pos x="19" y="29"/>
                </a:cxn>
                <a:cxn ang="0">
                  <a:pos x="29" y="38"/>
                </a:cxn>
                <a:cxn ang="0">
                  <a:pos x="39" y="29"/>
                </a:cxn>
                <a:cxn ang="0">
                  <a:pos x="29" y="19"/>
                </a:cxn>
              </a:cxnLst>
              <a:rect l="0" t="0" r="r" b="b"/>
              <a:pathLst>
                <a:path w="58" h="58">
                  <a:moveTo>
                    <a:pt x="58" y="33"/>
                  </a:moveTo>
                  <a:cubicBezTo>
                    <a:pt x="58" y="34"/>
                    <a:pt x="58" y="34"/>
                    <a:pt x="57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7"/>
                    <a:pt x="49" y="38"/>
                    <a:pt x="49" y="39"/>
                  </a:cubicBezTo>
                  <a:cubicBezTo>
                    <a:pt x="50" y="41"/>
                    <a:pt x="51" y="42"/>
                    <a:pt x="53" y="44"/>
                  </a:cubicBezTo>
                  <a:cubicBezTo>
                    <a:pt x="53" y="44"/>
                    <a:pt x="53" y="45"/>
                    <a:pt x="53" y="45"/>
                  </a:cubicBezTo>
                  <a:cubicBezTo>
                    <a:pt x="53" y="45"/>
                    <a:pt x="53" y="46"/>
                    <a:pt x="53" y="46"/>
                  </a:cubicBezTo>
                  <a:cubicBezTo>
                    <a:pt x="52" y="47"/>
                    <a:pt x="47" y="53"/>
                    <a:pt x="45" y="53"/>
                  </a:cubicBezTo>
                  <a:cubicBezTo>
                    <a:pt x="45" y="53"/>
                    <a:pt x="45" y="53"/>
                    <a:pt x="44" y="52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8" y="49"/>
                    <a:pt x="37" y="49"/>
                    <a:pt x="36" y="50"/>
                  </a:cubicBezTo>
                  <a:cubicBezTo>
                    <a:pt x="35" y="52"/>
                    <a:pt x="35" y="55"/>
                    <a:pt x="34" y="57"/>
                  </a:cubicBezTo>
                  <a:cubicBezTo>
                    <a:pt x="34" y="57"/>
                    <a:pt x="34" y="58"/>
                    <a:pt x="33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4" y="58"/>
                    <a:pt x="23" y="57"/>
                    <a:pt x="23" y="57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1" y="49"/>
                    <a:pt x="20" y="49"/>
                    <a:pt x="19" y="48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2" y="53"/>
                    <a:pt x="12" y="53"/>
                    <a:pt x="12" y="52"/>
                  </a:cubicBezTo>
                  <a:cubicBezTo>
                    <a:pt x="10" y="50"/>
                    <a:pt x="7" y="48"/>
                    <a:pt x="5" y="46"/>
                  </a:cubicBezTo>
                  <a:cubicBezTo>
                    <a:pt x="5" y="46"/>
                    <a:pt x="5" y="45"/>
                    <a:pt x="5" y="45"/>
                  </a:cubicBezTo>
                  <a:cubicBezTo>
                    <a:pt x="5" y="45"/>
                    <a:pt x="5" y="44"/>
                    <a:pt x="5" y="44"/>
                  </a:cubicBezTo>
                  <a:cubicBezTo>
                    <a:pt x="7" y="42"/>
                    <a:pt x="8" y="41"/>
                    <a:pt x="9" y="39"/>
                  </a:cubicBezTo>
                  <a:cubicBezTo>
                    <a:pt x="9" y="38"/>
                    <a:pt x="8" y="37"/>
                    <a:pt x="8" y="35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1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1"/>
                    <a:pt x="9" y="20"/>
                    <a:pt x="9" y="18"/>
                  </a:cubicBezTo>
                  <a:cubicBezTo>
                    <a:pt x="8" y="17"/>
                    <a:pt x="7" y="15"/>
                    <a:pt x="5" y="13"/>
                  </a:cubicBezTo>
                  <a:cubicBezTo>
                    <a:pt x="5" y="13"/>
                    <a:pt x="5" y="13"/>
                    <a:pt x="5" y="12"/>
                  </a:cubicBezTo>
                  <a:cubicBezTo>
                    <a:pt x="5" y="12"/>
                    <a:pt x="5" y="12"/>
                    <a:pt x="5" y="11"/>
                  </a:cubicBezTo>
                  <a:cubicBezTo>
                    <a:pt x="6" y="10"/>
                    <a:pt x="11" y="5"/>
                    <a:pt x="13" y="5"/>
                  </a:cubicBezTo>
                  <a:cubicBezTo>
                    <a:pt x="13" y="5"/>
                    <a:pt x="13" y="5"/>
                    <a:pt x="14" y="5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1" y="8"/>
                    <a:pt x="22" y="8"/>
                  </a:cubicBezTo>
                  <a:cubicBezTo>
                    <a:pt x="22" y="5"/>
                    <a:pt x="23" y="3"/>
                    <a:pt x="23" y="1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4" y="0"/>
                    <a:pt x="34" y="1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7" y="8"/>
                    <a:pt x="38" y="9"/>
                    <a:pt x="39" y="9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8" y="7"/>
                    <a:pt x="51" y="9"/>
                    <a:pt x="52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2" y="13"/>
                  </a:cubicBezTo>
                  <a:cubicBezTo>
                    <a:pt x="51" y="15"/>
                    <a:pt x="50" y="17"/>
                    <a:pt x="48" y="18"/>
                  </a:cubicBezTo>
                  <a:cubicBezTo>
                    <a:pt x="49" y="20"/>
                    <a:pt x="50" y="21"/>
                    <a:pt x="50" y="22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4"/>
                    <a:pt x="58" y="25"/>
                  </a:cubicBezTo>
                  <a:lnTo>
                    <a:pt x="58" y="33"/>
                  </a:lnTo>
                  <a:close/>
                  <a:moveTo>
                    <a:pt x="29" y="19"/>
                  </a:moveTo>
                  <a:cubicBezTo>
                    <a:pt x="24" y="19"/>
                    <a:pt x="19" y="23"/>
                    <a:pt x="19" y="29"/>
                  </a:cubicBezTo>
                  <a:cubicBezTo>
                    <a:pt x="19" y="34"/>
                    <a:pt x="24" y="38"/>
                    <a:pt x="29" y="38"/>
                  </a:cubicBezTo>
                  <a:cubicBezTo>
                    <a:pt x="34" y="38"/>
                    <a:pt x="39" y="34"/>
                    <a:pt x="39" y="29"/>
                  </a:cubicBezTo>
                  <a:cubicBezTo>
                    <a:pt x="39" y="23"/>
                    <a:pt x="34" y="19"/>
                    <a:pt x="29" y="1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Group 17"/>
          <p:cNvGrpSpPr/>
          <p:nvPr/>
        </p:nvGrpSpPr>
        <p:grpSpPr>
          <a:xfrm>
            <a:off x="1620681" y="2110451"/>
            <a:ext cx="2124026" cy="716484"/>
            <a:chOff x="844734" y="1952199"/>
            <a:chExt cx="2287091" cy="387461"/>
          </a:xfrm>
        </p:grpSpPr>
        <p:sp>
          <p:nvSpPr>
            <p:cNvPr id="26" name="Footer Text"/>
            <p:cNvSpPr txBox="1"/>
            <p:nvPr/>
          </p:nvSpPr>
          <p:spPr>
            <a:xfrm>
              <a:off x="844734" y="2099987"/>
              <a:ext cx="2287091" cy="2396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78588" y="1952199"/>
              <a:ext cx="1353237" cy="12774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Group 32"/>
          <p:cNvGrpSpPr/>
          <p:nvPr/>
        </p:nvGrpSpPr>
        <p:grpSpPr>
          <a:xfrm>
            <a:off x="1780240" y="4973662"/>
            <a:ext cx="2124026" cy="730660"/>
            <a:chOff x="844734" y="1957547"/>
            <a:chExt cx="2287091" cy="362048"/>
          </a:xfrm>
        </p:grpSpPr>
        <p:sp>
          <p:nvSpPr>
            <p:cNvPr id="29" name="Footer Text"/>
            <p:cNvSpPr txBox="1"/>
            <p:nvPr/>
          </p:nvSpPr>
          <p:spPr>
            <a:xfrm>
              <a:off x="844734" y="2099987"/>
              <a:ext cx="2287091" cy="2196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778588" y="1957547"/>
              <a:ext cx="1353237" cy="1170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Group 38"/>
          <p:cNvGrpSpPr/>
          <p:nvPr/>
        </p:nvGrpSpPr>
        <p:grpSpPr>
          <a:xfrm>
            <a:off x="9010428" y="2081363"/>
            <a:ext cx="2124026" cy="679307"/>
            <a:chOff x="844734" y="1932077"/>
            <a:chExt cx="2287091" cy="483090"/>
          </a:xfrm>
        </p:grpSpPr>
        <p:sp>
          <p:nvSpPr>
            <p:cNvPr id="32" name="Footer Text"/>
            <p:cNvSpPr txBox="1"/>
            <p:nvPr/>
          </p:nvSpPr>
          <p:spPr>
            <a:xfrm>
              <a:off x="844734" y="2099986"/>
              <a:ext cx="2287091" cy="315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44734" y="1932077"/>
              <a:ext cx="1353237" cy="16798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Group 44"/>
          <p:cNvGrpSpPr/>
          <p:nvPr/>
        </p:nvGrpSpPr>
        <p:grpSpPr>
          <a:xfrm>
            <a:off x="8796127" y="4973677"/>
            <a:ext cx="2124026" cy="730657"/>
            <a:chOff x="844734" y="1957547"/>
            <a:chExt cx="2287091" cy="362045"/>
          </a:xfrm>
        </p:grpSpPr>
        <p:sp>
          <p:nvSpPr>
            <p:cNvPr id="35" name="Footer Text"/>
            <p:cNvSpPr txBox="1"/>
            <p:nvPr/>
          </p:nvSpPr>
          <p:spPr>
            <a:xfrm>
              <a:off x="844734" y="2099985"/>
              <a:ext cx="2287091" cy="2196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4734" y="1957547"/>
              <a:ext cx="1353237" cy="11704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Group 81"/>
          <p:cNvGrpSpPr/>
          <p:nvPr/>
        </p:nvGrpSpPr>
        <p:grpSpPr>
          <a:xfrm flipV="1">
            <a:off x="4104622" y="5185996"/>
            <a:ext cx="1573399" cy="308440"/>
            <a:chOff x="2712812" y="1457456"/>
            <a:chExt cx="1118923" cy="223062"/>
          </a:xfrm>
        </p:grpSpPr>
        <p:cxnSp>
          <p:nvCxnSpPr>
            <p:cNvPr id="38" name="Straight Connector 37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4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V="1">
              <a:off x="2712812" y="1457456"/>
              <a:ext cx="879870" cy="1615"/>
            </a:xfrm>
            <a:prstGeom prst="line">
              <a:avLst/>
            </a:prstGeom>
            <a:ln w="19050" cap="rnd">
              <a:solidFill>
                <a:schemeClr val="accent4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81"/>
          <p:cNvGrpSpPr/>
          <p:nvPr/>
        </p:nvGrpSpPr>
        <p:grpSpPr>
          <a:xfrm flipH="1" flipV="1">
            <a:off x="7094192" y="5187112"/>
            <a:ext cx="1492394" cy="306207"/>
            <a:chOff x="2770419" y="1459071"/>
            <a:chExt cx="1061316" cy="221447"/>
          </a:xfrm>
        </p:grpSpPr>
        <p:cxnSp>
          <p:nvCxnSpPr>
            <p:cNvPr id="41" name="Straight Connector 40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 flipV="1">
              <a:off x="2770419" y="1459071"/>
              <a:ext cx="822263" cy="2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81"/>
          <p:cNvGrpSpPr/>
          <p:nvPr/>
        </p:nvGrpSpPr>
        <p:grpSpPr>
          <a:xfrm>
            <a:off x="3964917" y="2626349"/>
            <a:ext cx="1573399" cy="308440"/>
            <a:chOff x="2712812" y="1457456"/>
            <a:chExt cx="1118923" cy="223062"/>
          </a:xfrm>
        </p:grpSpPr>
        <p:cxnSp>
          <p:nvCxnSpPr>
            <p:cNvPr id="44" name="Straight Connector 43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10800000" flipV="1">
              <a:off x="2712812" y="1457456"/>
              <a:ext cx="879870" cy="1615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81"/>
          <p:cNvGrpSpPr/>
          <p:nvPr/>
        </p:nvGrpSpPr>
        <p:grpSpPr>
          <a:xfrm flipH="1">
            <a:off x="7317584" y="2627465"/>
            <a:ext cx="1492394" cy="306207"/>
            <a:chOff x="2770419" y="1459071"/>
            <a:chExt cx="1061316" cy="221447"/>
          </a:xfrm>
        </p:grpSpPr>
        <p:cxnSp>
          <p:nvCxnSpPr>
            <p:cNvPr id="47" name="Straight Connector 46"/>
            <p:cNvCxnSpPr/>
            <p:nvPr/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 flipV="1">
              <a:off x="2770419" y="1459071"/>
              <a:ext cx="822263" cy="2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矩形 39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chemeClr val="bg1">
                  <a:lumMod val="6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MH_Others_1"/>
          <p:cNvCxnSpPr/>
          <p:nvPr>
            <p:custDataLst>
              <p:tags r:id="rId1"/>
            </p:custDataLst>
          </p:nvPr>
        </p:nvCxnSpPr>
        <p:spPr>
          <a:xfrm>
            <a:off x="6429375" y="1071086"/>
            <a:ext cx="0" cy="6161564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s_2"/>
          <p:cNvSpPr/>
          <p:nvPr>
            <p:custDataLst>
              <p:tags r:id="rId2"/>
            </p:custDataLst>
          </p:nvPr>
        </p:nvSpPr>
        <p:spPr>
          <a:xfrm flipH="1">
            <a:off x="4263511" y="1071086"/>
            <a:ext cx="4331728" cy="895632"/>
          </a:xfrm>
          <a:prstGeom prst="homePlat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4220" b="1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章 节</a:t>
            </a:r>
            <a:endParaRPr lang="zh-CN" altLang="en-US" sz="422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MH_Others_3"/>
          <p:cNvSpPr/>
          <p:nvPr>
            <p:custDataLst>
              <p:tags r:id="rId3"/>
            </p:custDataLst>
          </p:nvPr>
        </p:nvSpPr>
        <p:spPr>
          <a:xfrm>
            <a:off x="6302134" y="7014138"/>
            <a:ext cx="254482" cy="21937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Number_1"/>
          <p:cNvSpPr/>
          <p:nvPr>
            <p:custDataLst>
              <p:tags r:id="rId4"/>
            </p:custDataLst>
          </p:nvPr>
        </p:nvSpPr>
        <p:spPr>
          <a:xfrm>
            <a:off x="6445190" y="2619678"/>
            <a:ext cx="732028" cy="46897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0" name="MH_Number_2"/>
          <p:cNvSpPr/>
          <p:nvPr>
            <p:custDataLst>
              <p:tags r:id="rId5"/>
            </p:custDataLst>
          </p:nvPr>
        </p:nvSpPr>
        <p:spPr>
          <a:xfrm flipH="1">
            <a:off x="5722793" y="3525307"/>
            <a:ext cx="732028" cy="468970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MH_Number_3"/>
          <p:cNvSpPr/>
          <p:nvPr>
            <p:custDataLst>
              <p:tags r:id="rId6"/>
            </p:custDataLst>
          </p:nvPr>
        </p:nvSpPr>
        <p:spPr>
          <a:xfrm>
            <a:off x="6445190" y="4430936"/>
            <a:ext cx="732028" cy="468970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253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MH_Number_4"/>
          <p:cNvSpPr/>
          <p:nvPr>
            <p:custDataLst>
              <p:tags r:id="rId7"/>
            </p:custDataLst>
          </p:nvPr>
        </p:nvSpPr>
        <p:spPr>
          <a:xfrm flipH="1">
            <a:off x="5722793" y="5336564"/>
            <a:ext cx="732028" cy="468970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53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253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8"/>
            </p:custDataLst>
          </p:nvPr>
        </p:nvSpPr>
        <p:spPr>
          <a:xfrm>
            <a:off x="7509495" y="2636716"/>
            <a:ext cx="3672408" cy="55399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年度工作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概述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9"/>
            </p:custDataLst>
          </p:nvPr>
        </p:nvSpPr>
        <p:spPr>
          <a:xfrm>
            <a:off x="2396927" y="3506232"/>
            <a:ext cx="2984509" cy="55399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</a:t>
            </a:r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情况</a:t>
            </a:r>
            <a:endParaRPr lang="en-US" altLang="zh-CN" sz="2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r>
              <a:rPr lang="en-US" altLang="zh-CN" sz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COMPLETION OF WORK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10"/>
            </p:custDataLst>
          </p:nvPr>
        </p:nvSpPr>
        <p:spPr>
          <a:xfrm>
            <a:off x="7509495" y="4375748"/>
            <a:ext cx="2466542" cy="55399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  <a:r>
              <a:rPr lang="en-US" altLang="zh-CN" sz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SUCCESSFUL PROJECT 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11"/>
            </p:custDataLst>
          </p:nvPr>
        </p:nvSpPr>
        <p:spPr>
          <a:xfrm>
            <a:off x="2914894" y="5152932"/>
            <a:ext cx="2466542" cy="738664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 algn="r"/>
            <a:r>
              <a:rPr lang="zh-CN" altLang="en-US" sz="3200" b="1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32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3200" b="1" dirty="0" smtClean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/>
            <a:r>
              <a:rPr lang="en-US" altLang="zh-CN" sz="1600" b="1" dirty="0" smtClean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NEXT YEAR WORK PLAN</a:t>
            </a:r>
            <a:endParaRPr lang="zh-CN" altLang="en-US" sz="1600" b="1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 spd="slow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3"/>
          <p:cNvGrpSpPr/>
          <p:nvPr/>
        </p:nvGrpSpPr>
        <p:grpSpPr>
          <a:xfrm>
            <a:off x="1268033" y="3762615"/>
            <a:ext cx="1581624" cy="417959"/>
            <a:chOff x="1424694" y="3437117"/>
            <a:chExt cx="1499779" cy="396331"/>
          </a:xfrm>
          <a:solidFill>
            <a:schemeClr val="accent1"/>
          </a:solidFill>
        </p:grpSpPr>
        <p:sp>
          <p:nvSpPr>
            <p:cNvPr id="69" name="Round Same Side Corner Rectangle 4"/>
            <p:cNvSpPr/>
            <p:nvPr/>
          </p:nvSpPr>
          <p:spPr>
            <a:xfrm rot="16200000">
              <a:off x="2049734" y="2958708"/>
              <a:ext cx="249700" cy="1499779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0" name="Oval 13"/>
            <p:cNvSpPr/>
            <p:nvPr/>
          </p:nvSpPr>
          <p:spPr>
            <a:xfrm>
              <a:off x="2014338" y="3437117"/>
              <a:ext cx="320492" cy="32049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1" name="Group 10"/>
          <p:cNvGrpSpPr/>
          <p:nvPr/>
        </p:nvGrpSpPr>
        <p:grpSpPr>
          <a:xfrm>
            <a:off x="2922200" y="3917247"/>
            <a:ext cx="1581624" cy="406356"/>
            <a:chOff x="2993261" y="3583747"/>
            <a:chExt cx="1499779" cy="385328"/>
          </a:xfrm>
          <a:solidFill>
            <a:schemeClr val="accent2"/>
          </a:solidFill>
        </p:grpSpPr>
        <p:sp>
          <p:nvSpPr>
            <p:cNvPr id="72" name="Round Same Side Corner Rectangle 6"/>
            <p:cNvSpPr/>
            <p:nvPr/>
          </p:nvSpPr>
          <p:spPr>
            <a:xfrm rot="5400000" flipH="1">
              <a:off x="3618301" y="2958707"/>
              <a:ext cx="249700" cy="1499779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3" name="Oval 14"/>
            <p:cNvSpPr/>
            <p:nvPr/>
          </p:nvSpPr>
          <p:spPr>
            <a:xfrm>
              <a:off x="3582905" y="3648583"/>
              <a:ext cx="320492" cy="32049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4" name="Group 11"/>
          <p:cNvGrpSpPr/>
          <p:nvPr/>
        </p:nvGrpSpPr>
        <p:grpSpPr>
          <a:xfrm>
            <a:off x="4576365" y="3762616"/>
            <a:ext cx="1581624" cy="417958"/>
            <a:chOff x="4561827" y="3437117"/>
            <a:chExt cx="1499779" cy="396330"/>
          </a:xfrm>
          <a:solidFill>
            <a:schemeClr val="accent3"/>
          </a:solidFill>
        </p:grpSpPr>
        <p:sp>
          <p:nvSpPr>
            <p:cNvPr id="87" name="Round Same Side Corner Rectangle 7"/>
            <p:cNvSpPr/>
            <p:nvPr/>
          </p:nvSpPr>
          <p:spPr>
            <a:xfrm rot="5400000" flipH="1">
              <a:off x="5186867" y="2958707"/>
              <a:ext cx="249700" cy="1499779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8" name="Oval 15"/>
            <p:cNvSpPr/>
            <p:nvPr/>
          </p:nvSpPr>
          <p:spPr>
            <a:xfrm>
              <a:off x="5220257" y="3437117"/>
              <a:ext cx="320492" cy="32049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9" name="Group 12"/>
          <p:cNvGrpSpPr/>
          <p:nvPr/>
        </p:nvGrpSpPr>
        <p:grpSpPr>
          <a:xfrm>
            <a:off x="6230532" y="3917247"/>
            <a:ext cx="1581624" cy="406356"/>
            <a:chOff x="6130393" y="3583747"/>
            <a:chExt cx="1499779" cy="385328"/>
          </a:xfrm>
          <a:solidFill>
            <a:schemeClr val="accent4"/>
          </a:solidFill>
        </p:grpSpPr>
        <p:sp>
          <p:nvSpPr>
            <p:cNvPr id="90" name="Round Same Side Corner Rectangle 8"/>
            <p:cNvSpPr/>
            <p:nvPr/>
          </p:nvSpPr>
          <p:spPr>
            <a:xfrm rot="5400000" flipH="1">
              <a:off x="6755433" y="2958707"/>
              <a:ext cx="249700" cy="1499779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1" name="Oval 16"/>
            <p:cNvSpPr/>
            <p:nvPr/>
          </p:nvSpPr>
          <p:spPr>
            <a:xfrm>
              <a:off x="6720037" y="3648583"/>
              <a:ext cx="320492" cy="32049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2" name="Group 35"/>
          <p:cNvGrpSpPr/>
          <p:nvPr/>
        </p:nvGrpSpPr>
        <p:grpSpPr>
          <a:xfrm>
            <a:off x="9538863" y="3917248"/>
            <a:ext cx="1581624" cy="406355"/>
            <a:chOff x="9267526" y="3583748"/>
            <a:chExt cx="1499779" cy="385327"/>
          </a:xfrm>
          <a:solidFill>
            <a:schemeClr val="accent6"/>
          </a:solidFill>
        </p:grpSpPr>
        <p:sp>
          <p:nvSpPr>
            <p:cNvPr id="93" name="Round Same Side Corner Rectangle 5"/>
            <p:cNvSpPr/>
            <p:nvPr/>
          </p:nvSpPr>
          <p:spPr>
            <a:xfrm rot="5400000" flipH="1">
              <a:off x="9892566" y="2958708"/>
              <a:ext cx="249700" cy="1499779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Oval 17"/>
            <p:cNvSpPr/>
            <p:nvPr/>
          </p:nvSpPr>
          <p:spPr>
            <a:xfrm>
              <a:off x="9857169" y="3648583"/>
              <a:ext cx="320492" cy="32049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5" name="Group 19"/>
          <p:cNvGrpSpPr/>
          <p:nvPr/>
        </p:nvGrpSpPr>
        <p:grpSpPr>
          <a:xfrm>
            <a:off x="7884697" y="3762615"/>
            <a:ext cx="1581624" cy="417959"/>
            <a:chOff x="7698960" y="3437117"/>
            <a:chExt cx="1499779" cy="396331"/>
          </a:xfrm>
          <a:solidFill>
            <a:schemeClr val="accent5"/>
          </a:solidFill>
        </p:grpSpPr>
        <p:sp>
          <p:nvSpPr>
            <p:cNvPr id="96" name="Round Same Side Corner Rectangle 9"/>
            <p:cNvSpPr/>
            <p:nvPr/>
          </p:nvSpPr>
          <p:spPr>
            <a:xfrm rot="5400000" flipH="1">
              <a:off x="8324000" y="2958708"/>
              <a:ext cx="249700" cy="1499779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7" name="Oval 18"/>
            <p:cNvSpPr/>
            <p:nvPr/>
          </p:nvSpPr>
          <p:spPr>
            <a:xfrm>
              <a:off x="8357389" y="3437117"/>
              <a:ext cx="320492" cy="32049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8" name="Group 20"/>
          <p:cNvGrpSpPr/>
          <p:nvPr/>
        </p:nvGrpSpPr>
        <p:grpSpPr>
          <a:xfrm>
            <a:off x="10084832" y="4413949"/>
            <a:ext cx="489685" cy="490521"/>
            <a:chOff x="9145588" y="4435475"/>
            <a:chExt cx="464344" cy="465138"/>
          </a:xfrm>
          <a:solidFill>
            <a:schemeClr val="accent6"/>
          </a:solidFill>
        </p:grpSpPr>
        <p:sp>
          <p:nvSpPr>
            <p:cNvPr id="99" name="AutoShape 7"/>
            <p:cNvSpPr/>
            <p:nvPr/>
          </p:nvSpPr>
          <p:spPr bwMode="auto">
            <a:xfrm>
              <a:off x="9145588" y="4435475"/>
              <a:ext cx="464344" cy="465138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0" name="AutoShape 8"/>
            <p:cNvSpPr/>
            <p:nvPr/>
          </p:nvSpPr>
          <p:spPr bwMode="auto">
            <a:xfrm>
              <a:off x="9348788" y="4638675"/>
              <a:ext cx="57944" cy="5794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1" name="AutoShape 9"/>
            <p:cNvSpPr/>
            <p:nvPr/>
          </p:nvSpPr>
          <p:spPr bwMode="auto">
            <a:xfrm>
              <a:off x="9290050" y="4580732"/>
              <a:ext cx="174625" cy="174625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" name="AutoShape 10"/>
            <p:cNvSpPr/>
            <p:nvPr/>
          </p:nvSpPr>
          <p:spPr bwMode="auto">
            <a:xfrm>
              <a:off x="9406732" y="4696619"/>
              <a:ext cx="72231" cy="74613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3" name="AutoShape 11"/>
            <p:cNvSpPr/>
            <p:nvPr/>
          </p:nvSpPr>
          <p:spPr bwMode="auto">
            <a:xfrm>
              <a:off x="9435307" y="4725988"/>
              <a:ext cx="103981" cy="106363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4" name="AutoShape 12"/>
            <p:cNvSpPr/>
            <p:nvPr/>
          </p:nvSpPr>
          <p:spPr bwMode="auto">
            <a:xfrm>
              <a:off x="9421019" y="4711700"/>
              <a:ext cx="88106" cy="89694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5" name="AutoShape 13"/>
            <p:cNvSpPr/>
            <p:nvPr/>
          </p:nvSpPr>
          <p:spPr bwMode="auto">
            <a:xfrm>
              <a:off x="9275763" y="4566444"/>
              <a:ext cx="73025" cy="7381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6" name="AutoShape 14"/>
            <p:cNvSpPr/>
            <p:nvPr/>
          </p:nvSpPr>
          <p:spPr bwMode="auto">
            <a:xfrm>
              <a:off x="9217819" y="4508500"/>
              <a:ext cx="103981" cy="105569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7" name="AutoShape 15"/>
            <p:cNvSpPr/>
            <p:nvPr/>
          </p:nvSpPr>
          <p:spPr bwMode="auto">
            <a:xfrm>
              <a:off x="9247188" y="4537075"/>
              <a:ext cx="88107" cy="9048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475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8" name="Group 30"/>
          <p:cNvGrpSpPr/>
          <p:nvPr/>
        </p:nvGrpSpPr>
        <p:grpSpPr>
          <a:xfrm>
            <a:off x="8503206" y="3198551"/>
            <a:ext cx="489685" cy="489685"/>
            <a:chOff x="7287419" y="2577307"/>
            <a:chExt cx="464344" cy="464344"/>
          </a:xfrm>
          <a:solidFill>
            <a:schemeClr val="accent5"/>
          </a:solidFill>
        </p:grpSpPr>
        <p:sp>
          <p:nvSpPr>
            <p:cNvPr id="109" name="AutoShape 56"/>
            <p:cNvSpPr/>
            <p:nvPr/>
          </p:nvSpPr>
          <p:spPr bwMode="auto">
            <a:xfrm>
              <a:off x="7287419" y="2577307"/>
              <a:ext cx="145256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0" name="AutoShape 57"/>
            <p:cNvSpPr/>
            <p:nvPr/>
          </p:nvSpPr>
          <p:spPr bwMode="auto">
            <a:xfrm>
              <a:off x="7606507" y="2577307"/>
              <a:ext cx="145256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1" name="AutoShape 58"/>
            <p:cNvSpPr/>
            <p:nvPr/>
          </p:nvSpPr>
          <p:spPr bwMode="auto">
            <a:xfrm>
              <a:off x="7446963" y="2577307"/>
              <a:ext cx="145257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12" name="AutoShape 59"/>
          <p:cNvSpPr/>
          <p:nvPr/>
        </p:nvSpPr>
        <p:spPr bwMode="auto">
          <a:xfrm>
            <a:off x="3391482" y="4404007"/>
            <a:ext cx="490521" cy="489685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20090" tIns="20090" rIns="20090" bIns="20090" anchor="ctr"/>
          <a:lstStyle/>
          <a:p>
            <a:pPr algn="ctr" defTabSz="240665" hangingPunct="0">
              <a:lnSpc>
                <a:spcPct val="120000"/>
              </a:lnSpc>
            </a:pPr>
            <a:endParaRPr lang="en-US" sz="1475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13" name="Group 38"/>
          <p:cNvGrpSpPr/>
          <p:nvPr/>
        </p:nvGrpSpPr>
        <p:grpSpPr>
          <a:xfrm>
            <a:off x="5194456" y="3191769"/>
            <a:ext cx="490521" cy="412674"/>
            <a:chOff x="5368132" y="2625725"/>
            <a:chExt cx="465138" cy="391319"/>
          </a:xfrm>
          <a:solidFill>
            <a:schemeClr val="accent3"/>
          </a:solidFill>
        </p:grpSpPr>
        <p:sp>
          <p:nvSpPr>
            <p:cNvPr id="114" name="AutoShape 120"/>
            <p:cNvSpPr/>
            <p:nvPr/>
          </p:nvSpPr>
          <p:spPr bwMode="auto">
            <a:xfrm>
              <a:off x="5484813" y="2727325"/>
              <a:ext cx="231775" cy="231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5" name="AutoShape 121"/>
            <p:cNvSpPr/>
            <p:nvPr/>
          </p:nvSpPr>
          <p:spPr bwMode="auto">
            <a:xfrm>
              <a:off x="5542757" y="2785269"/>
              <a:ext cx="65088" cy="650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6" name="AutoShape 122"/>
            <p:cNvSpPr/>
            <p:nvPr/>
          </p:nvSpPr>
          <p:spPr bwMode="auto">
            <a:xfrm>
              <a:off x="5368132" y="2625725"/>
              <a:ext cx="465138" cy="3913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7" name="Group 42"/>
          <p:cNvGrpSpPr/>
          <p:nvPr/>
        </p:nvGrpSpPr>
        <p:grpSpPr>
          <a:xfrm>
            <a:off x="1814004" y="3198133"/>
            <a:ext cx="489685" cy="382541"/>
            <a:chOff x="2581275" y="1710532"/>
            <a:chExt cx="464344" cy="362744"/>
          </a:xfrm>
          <a:solidFill>
            <a:schemeClr val="accent1"/>
          </a:solidFill>
        </p:grpSpPr>
        <p:sp>
          <p:nvSpPr>
            <p:cNvPr id="118" name="AutoShape 140"/>
            <p:cNvSpPr/>
            <p:nvPr/>
          </p:nvSpPr>
          <p:spPr bwMode="auto">
            <a:xfrm>
              <a:off x="2639219" y="1768475"/>
              <a:ext cx="290513" cy="235744"/>
            </a:xfrm>
            <a:custGeom>
              <a:avLst/>
              <a:gdLst>
                <a:gd name="T0" fmla="+- 0 10800 376"/>
                <a:gd name="T1" fmla="*/ T0 w 20848"/>
                <a:gd name="T2" fmla="*/ 10800 h 21600"/>
                <a:gd name="T3" fmla="+- 0 10800 376"/>
                <a:gd name="T4" fmla="*/ T3 w 20848"/>
                <a:gd name="T5" fmla="*/ 10800 h 21600"/>
                <a:gd name="T6" fmla="+- 0 10800 376"/>
                <a:gd name="T7" fmla="*/ T6 w 20848"/>
                <a:gd name="T8" fmla="*/ 10800 h 21600"/>
                <a:gd name="T9" fmla="+- 0 10800 376"/>
                <a:gd name="T10" fmla="*/ T9 w 208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848" h="21600">
                  <a:moveTo>
                    <a:pt x="18728" y="19178"/>
                  </a:moveTo>
                  <a:cubicBezTo>
                    <a:pt x="13191" y="20631"/>
                    <a:pt x="7654" y="20631"/>
                    <a:pt x="2118" y="19178"/>
                  </a:cubicBezTo>
                  <a:cubicBezTo>
                    <a:pt x="678" y="13592"/>
                    <a:pt x="678" y="8008"/>
                    <a:pt x="2118" y="2421"/>
                  </a:cubicBezTo>
                  <a:cubicBezTo>
                    <a:pt x="7654" y="968"/>
                    <a:pt x="13191" y="968"/>
                    <a:pt x="18728" y="2421"/>
                  </a:cubicBezTo>
                  <a:cubicBezTo>
                    <a:pt x="20168" y="8008"/>
                    <a:pt x="20168" y="13592"/>
                    <a:pt x="18728" y="19178"/>
                  </a:cubicBezTo>
                  <a:moveTo>
                    <a:pt x="18938" y="1116"/>
                  </a:moveTo>
                  <a:cubicBezTo>
                    <a:pt x="16114" y="375"/>
                    <a:pt x="13249" y="0"/>
                    <a:pt x="10423" y="0"/>
                  </a:cubicBezTo>
                  <a:cubicBezTo>
                    <a:pt x="7597" y="0"/>
                    <a:pt x="4732" y="375"/>
                    <a:pt x="1908" y="1116"/>
                  </a:cubicBezTo>
                  <a:cubicBezTo>
                    <a:pt x="1543" y="1213"/>
                    <a:pt x="1244" y="1552"/>
                    <a:pt x="1127" y="2004"/>
                  </a:cubicBezTo>
                  <a:cubicBezTo>
                    <a:pt x="-376" y="7841"/>
                    <a:pt x="-376" y="13759"/>
                    <a:pt x="1127" y="19593"/>
                  </a:cubicBezTo>
                  <a:cubicBezTo>
                    <a:pt x="1244" y="20047"/>
                    <a:pt x="1543" y="20386"/>
                    <a:pt x="1908" y="20482"/>
                  </a:cubicBezTo>
                  <a:cubicBezTo>
                    <a:pt x="4732" y="21224"/>
                    <a:pt x="7597" y="21600"/>
                    <a:pt x="10423" y="21600"/>
                  </a:cubicBezTo>
                  <a:cubicBezTo>
                    <a:pt x="13249" y="21600"/>
                    <a:pt x="16114" y="21224"/>
                    <a:pt x="18938" y="20482"/>
                  </a:cubicBezTo>
                  <a:cubicBezTo>
                    <a:pt x="19303" y="20386"/>
                    <a:pt x="19602" y="20047"/>
                    <a:pt x="19719" y="19593"/>
                  </a:cubicBezTo>
                  <a:cubicBezTo>
                    <a:pt x="21223" y="13759"/>
                    <a:pt x="21223" y="7841"/>
                    <a:pt x="19719" y="2004"/>
                  </a:cubicBezTo>
                  <a:cubicBezTo>
                    <a:pt x="19602" y="1552"/>
                    <a:pt x="19303" y="1213"/>
                    <a:pt x="18938" y="111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9" name="AutoShape 141"/>
            <p:cNvSpPr/>
            <p:nvPr/>
          </p:nvSpPr>
          <p:spPr bwMode="auto">
            <a:xfrm>
              <a:off x="2581275" y="1710532"/>
              <a:ext cx="464344" cy="362744"/>
            </a:xfrm>
            <a:custGeom>
              <a:avLst/>
              <a:gdLst>
                <a:gd name="T0" fmla="+- 0 10800 252"/>
                <a:gd name="T1" fmla="*/ T0 w 21096"/>
                <a:gd name="T2" fmla="*/ 10800 h 21600"/>
                <a:gd name="T3" fmla="+- 0 10800 252"/>
                <a:gd name="T4" fmla="*/ T3 w 21096"/>
                <a:gd name="T5" fmla="*/ 10800 h 21600"/>
                <a:gd name="T6" fmla="+- 0 10800 252"/>
                <a:gd name="T7" fmla="*/ T6 w 21096"/>
                <a:gd name="T8" fmla="*/ 10800 h 21600"/>
                <a:gd name="T9" fmla="+- 0 10800 252"/>
                <a:gd name="T10" fmla="*/ T9 w 210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096" h="21600">
                  <a:moveTo>
                    <a:pt x="19056" y="18331"/>
                  </a:moveTo>
                  <a:cubicBezTo>
                    <a:pt x="13383" y="19233"/>
                    <a:pt x="7711" y="19233"/>
                    <a:pt x="2038" y="18331"/>
                  </a:cubicBezTo>
                  <a:cubicBezTo>
                    <a:pt x="1074" y="13022"/>
                    <a:pt x="1074" y="7713"/>
                    <a:pt x="2038" y="2404"/>
                  </a:cubicBezTo>
                  <a:cubicBezTo>
                    <a:pt x="7711" y="1502"/>
                    <a:pt x="13383" y="1502"/>
                    <a:pt x="19056" y="2404"/>
                  </a:cubicBezTo>
                  <a:cubicBezTo>
                    <a:pt x="20021" y="7713"/>
                    <a:pt x="20021" y="13022"/>
                    <a:pt x="19056" y="18331"/>
                  </a:cubicBezTo>
                  <a:moveTo>
                    <a:pt x="20338" y="2005"/>
                  </a:moveTo>
                  <a:cubicBezTo>
                    <a:pt x="20211" y="1301"/>
                    <a:pt x="19762" y="776"/>
                    <a:pt x="19215" y="689"/>
                  </a:cubicBezTo>
                  <a:cubicBezTo>
                    <a:pt x="16339" y="232"/>
                    <a:pt x="13423" y="0"/>
                    <a:pt x="10547" y="0"/>
                  </a:cubicBezTo>
                  <a:cubicBezTo>
                    <a:pt x="7671" y="0"/>
                    <a:pt x="4755" y="232"/>
                    <a:pt x="1879" y="689"/>
                  </a:cubicBezTo>
                  <a:cubicBezTo>
                    <a:pt x="1332" y="776"/>
                    <a:pt x="883" y="1301"/>
                    <a:pt x="756" y="2005"/>
                  </a:cubicBezTo>
                  <a:cubicBezTo>
                    <a:pt x="-252" y="7553"/>
                    <a:pt x="-252" y="13181"/>
                    <a:pt x="756" y="18731"/>
                  </a:cubicBezTo>
                  <a:cubicBezTo>
                    <a:pt x="883" y="19434"/>
                    <a:pt x="1332" y="19959"/>
                    <a:pt x="1879" y="20046"/>
                  </a:cubicBezTo>
                  <a:cubicBezTo>
                    <a:pt x="3265" y="20266"/>
                    <a:pt x="4660" y="20429"/>
                    <a:pt x="6055" y="20544"/>
                  </a:cubicBezTo>
                  <a:cubicBezTo>
                    <a:pt x="5979" y="20606"/>
                    <a:pt x="5931" y="20670"/>
                    <a:pt x="5931" y="20735"/>
                  </a:cubicBezTo>
                  <a:cubicBezTo>
                    <a:pt x="5931" y="21213"/>
                    <a:pt x="7997" y="21599"/>
                    <a:pt x="10547" y="21599"/>
                  </a:cubicBezTo>
                  <a:cubicBezTo>
                    <a:pt x="13097" y="21599"/>
                    <a:pt x="15164" y="21213"/>
                    <a:pt x="15164" y="20735"/>
                  </a:cubicBezTo>
                  <a:cubicBezTo>
                    <a:pt x="15164" y="20670"/>
                    <a:pt x="15115" y="20606"/>
                    <a:pt x="15040" y="20544"/>
                  </a:cubicBezTo>
                  <a:cubicBezTo>
                    <a:pt x="16434" y="20429"/>
                    <a:pt x="17830" y="20266"/>
                    <a:pt x="19215" y="20046"/>
                  </a:cubicBezTo>
                  <a:cubicBezTo>
                    <a:pt x="19762" y="19959"/>
                    <a:pt x="20211" y="19434"/>
                    <a:pt x="20338" y="18731"/>
                  </a:cubicBezTo>
                  <a:cubicBezTo>
                    <a:pt x="21347" y="13181"/>
                    <a:pt x="21347" y="7553"/>
                    <a:pt x="20338" y="200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0" name="AutoShape 142"/>
            <p:cNvSpPr/>
            <p:nvPr/>
          </p:nvSpPr>
          <p:spPr bwMode="auto">
            <a:xfrm>
              <a:off x="2944019" y="1783557"/>
              <a:ext cx="43656" cy="4286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200"/>
                  </a:moveTo>
                  <a:cubicBezTo>
                    <a:pt x="12779" y="7200"/>
                    <a:pt x="14399" y="8820"/>
                    <a:pt x="14399" y="10800"/>
                  </a:cubicBezTo>
                  <a:cubicBezTo>
                    <a:pt x="14399" y="12779"/>
                    <a:pt x="12779" y="14400"/>
                    <a:pt x="10800" y="14400"/>
                  </a:cubicBezTo>
                  <a:cubicBezTo>
                    <a:pt x="8820" y="14400"/>
                    <a:pt x="7199" y="12779"/>
                    <a:pt x="7199" y="10800"/>
                  </a:cubicBezTo>
                  <a:cubicBezTo>
                    <a:pt x="7199" y="8820"/>
                    <a:pt x="8820" y="7200"/>
                    <a:pt x="10800" y="7200"/>
                  </a:cubicBezTo>
                  <a:moveTo>
                    <a:pt x="10800" y="21599"/>
                  </a:move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1" name="AutoShape 143"/>
            <p:cNvSpPr/>
            <p:nvPr/>
          </p:nvSpPr>
          <p:spPr bwMode="auto">
            <a:xfrm>
              <a:off x="2929732" y="1971675"/>
              <a:ext cx="57944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2" name="AutoShape 144"/>
            <p:cNvSpPr/>
            <p:nvPr/>
          </p:nvSpPr>
          <p:spPr bwMode="auto">
            <a:xfrm>
              <a:off x="2944019" y="1928019"/>
              <a:ext cx="58738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3" name="AutoShape 145"/>
            <p:cNvSpPr/>
            <p:nvPr/>
          </p:nvSpPr>
          <p:spPr bwMode="auto">
            <a:xfrm>
              <a:off x="2944019" y="1885157"/>
              <a:ext cx="58738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4" name="AutoShape 146"/>
            <p:cNvSpPr/>
            <p:nvPr/>
          </p:nvSpPr>
          <p:spPr bwMode="auto">
            <a:xfrm>
              <a:off x="2697957" y="1826419"/>
              <a:ext cx="86519" cy="61119"/>
            </a:xfrm>
            <a:custGeom>
              <a:avLst/>
              <a:gdLst>
                <a:gd name="T0" fmla="+- 0 10822 44"/>
                <a:gd name="T1" fmla="*/ T0 w 21556"/>
                <a:gd name="T2" fmla="+- 0 10826 53"/>
                <a:gd name="T3" fmla="*/ 10826 h 21547"/>
                <a:gd name="T4" fmla="+- 0 10822 44"/>
                <a:gd name="T5" fmla="*/ T4 w 21556"/>
                <a:gd name="T6" fmla="+- 0 10826 53"/>
                <a:gd name="T7" fmla="*/ 10826 h 21547"/>
                <a:gd name="T8" fmla="+- 0 10822 44"/>
                <a:gd name="T9" fmla="*/ T8 w 21556"/>
                <a:gd name="T10" fmla="+- 0 10826 53"/>
                <a:gd name="T11" fmla="*/ 10826 h 21547"/>
                <a:gd name="T12" fmla="+- 0 10822 44"/>
                <a:gd name="T13" fmla="*/ T12 w 21556"/>
                <a:gd name="T14" fmla="+- 0 10826 53"/>
                <a:gd name="T15" fmla="*/ 10826 h 215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56" h="21547">
                  <a:moveTo>
                    <a:pt x="19751" y="2"/>
                  </a:moveTo>
                  <a:lnTo>
                    <a:pt x="3200" y="1845"/>
                  </a:lnTo>
                  <a:cubicBezTo>
                    <a:pt x="2215" y="2010"/>
                    <a:pt x="1272" y="3284"/>
                    <a:pt x="1106" y="4676"/>
                  </a:cubicBezTo>
                  <a:lnTo>
                    <a:pt x="1" y="18986"/>
                  </a:lnTo>
                  <a:cubicBezTo>
                    <a:pt x="-44" y="20398"/>
                    <a:pt x="724" y="21547"/>
                    <a:pt x="1712" y="21547"/>
                  </a:cubicBezTo>
                  <a:cubicBezTo>
                    <a:pt x="2698" y="21547"/>
                    <a:pt x="3542" y="20398"/>
                    <a:pt x="3582" y="18978"/>
                  </a:cubicBezTo>
                  <a:lnTo>
                    <a:pt x="4185" y="9251"/>
                  </a:lnTo>
                  <a:cubicBezTo>
                    <a:pt x="4319" y="7849"/>
                    <a:pt x="5235" y="6592"/>
                    <a:pt x="6220" y="6447"/>
                  </a:cubicBezTo>
                  <a:lnTo>
                    <a:pt x="19751" y="5128"/>
                  </a:lnTo>
                  <a:cubicBezTo>
                    <a:pt x="20743" y="5078"/>
                    <a:pt x="21556" y="3884"/>
                    <a:pt x="21556" y="2467"/>
                  </a:cubicBezTo>
                  <a:cubicBezTo>
                    <a:pt x="21556" y="1055"/>
                    <a:pt x="20743" y="-53"/>
                    <a:pt x="19751" y="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5" name="Group 52"/>
          <p:cNvGrpSpPr/>
          <p:nvPr/>
        </p:nvGrpSpPr>
        <p:grpSpPr>
          <a:xfrm>
            <a:off x="6853832" y="4404007"/>
            <a:ext cx="336502" cy="490521"/>
            <a:chOff x="5441157" y="4440238"/>
            <a:chExt cx="319088" cy="465138"/>
          </a:xfrm>
          <a:solidFill>
            <a:schemeClr val="accent4"/>
          </a:solidFill>
        </p:grpSpPr>
        <p:sp>
          <p:nvSpPr>
            <p:cNvPr id="126" name="AutoShape 97"/>
            <p:cNvSpPr/>
            <p:nvPr/>
          </p:nvSpPr>
          <p:spPr bwMode="auto">
            <a:xfrm>
              <a:off x="5441157" y="4440238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636" y="3374"/>
                  </a:moveTo>
                  <a:lnTo>
                    <a:pt x="1963" y="3375"/>
                  </a:lnTo>
                  <a:lnTo>
                    <a:pt x="1963" y="2025"/>
                  </a:lnTo>
                  <a:cubicBezTo>
                    <a:pt x="1963" y="1653"/>
                    <a:pt x="2402" y="1350"/>
                    <a:pt x="2945" y="1350"/>
                  </a:cubicBezTo>
                  <a:lnTo>
                    <a:pt x="18654" y="1349"/>
                  </a:lnTo>
                  <a:cubicBezTo>
                    <a:pt x="19195" y="1349"/>
                    <a:pt x="19636" y="1652"/>
                    <a:pt x="19636" y="2024"/>
                  </a:cubicBezTo>
                  <a:cubicBezTo>
                    <a:pt x="19636" y="2024"/>
                    <a:pt x="19636" y="3374"/>
                    <a:pt x="19636" y="3374"/>
                  </a:cubicBezTo>
                  <a:close/>
                  <a:moveTo>
                    <a:pt x="19636" y="17546"/>
                  </a:moveTo>
                  <a:lnTo>
                    <a:pt x="1963" y="17547"/>
                  </a:lnTo>
                  <a:lnTo>
                    <a:pt x="1963" y="4050"/>
                  </a:lnTo>
                  <a:lnTo>
                    <a:pt x="19636" y="4049"/>
                  </a:lnTo>
                  <a:cubicBezTo>
                    <a:pt x="19636" y="4049"/>
                    <a:pt x="19636" y="17546"/>
                    <a:pt x="19636" y="17546"/>
                  </a:cubicBezTo>
                  <a:close/>
                  <a:moveTo>
                    <a:pt x="19636" y="19574"/>
                  </a:moveTo>
                  <a:cubicBezTo>
                    <a:pt x="19636" y="19946"/>
                    <a:pt x="19195" y="20249"/>
                    <a:pt x="18654" y="20249"/>
                  </a:cubicBezTo>
                  <a:lnTo>
                    <a:pt x="2945" y="20250"/>
                  </a:lnTo>
                  <a:cubicBezTo>
                    <a:pt x="2402" y="20250"/>
                    <a:pt x="1963" y="19947"/>
                    <a:pt x="1963" y="19575"/>
                  </a:cubicBezTo>
                  <a:lnTo>
                    <a:pt x="1963" y="18222"/>
                  </a:lnTo>
                  <a:lnTo>
                    <a:pt x="19636" y="18221"/>
                  </a:lnTo>
                  <a:cubicBezTo>
                    <a:pt x="19636" y="18221"/>
                    <a:pt x="19636" y="19574"/>
                    <a:pt x="19636" y="19574"/>
                  </a:cubicBezTo>
                  <a:close/>
                  <a:moveTo>
                    <a:pt x="18654" y="0"/>
                  </a:moveTo>
                  <a:lnTo>
                    <a:pt x="2945" y="0"/>
                  </a:lnTo>
                  <a:cubicBezTo>
                    <a:pt x="1317" y="0"/>
                    <a:pt x="0" y="907"/>
                    <a:pt x="0" y="2025"/>
                  </a:cubicBezTo>
                  <a:lnTo>
                    <a:pt x="0" y="19575"/>
                  </a:lnTo>
                  <a:cubicBezTo>
                    <a:pt x="0" y="20693"/>
                    <a:pt x="1317" y="21600"/>
                    <a:pt x="2945" y="21600"/>
                  </a:cubicBezTo>
                  <a:lnTo>
                    <a:pt x="18654" y="21599"/>
                  </a:lnTo>
                  <a:cubicBezTo>
                    <a:pt x="20280" y="21599"/>
                    <a:pt x="21600" y="20693"/>
                    <a:pt x="21600" y="19574"/>
                  </a:cubicBezTo>
                  <a:lnTo>
                    <a:pt x="21600" y="2024"/>
                  </a:lnTo>
                  <a:cubicBezTo>
                    <a:pt x="21600" y="906"/>
                    <a:pt x="20280" y="0"/>
                    <a:pt x="18654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7" name="AutoShape 98"/>
            <p:cNvSpPr/>
            <p:nvPr/>
          </p:nvSpPr>
          <p:spPr bwMode="auto">
            <a:xfrm>
              <a:off x="5571332" y="4483894"/>
              <a:ext cx="58738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58"/>
                    <a:pt x="20387" y="21599"/>
                    <a:pt x="18899" y="21599"/>
                  </a:cubicBezTo>
                  <a:lnTo>
                    <a:pt x="2699" y="21599"/>
                  </a:lnTo>
                  <a:cubicBezTo>
                    <a:pt x="1202" y="21599"/>
                    <a:pt x="0" y="16758"/>
                    <a:pt x="0" y="10800"/>
                  </a:cubicBezTo>
                  <a:cubicBezTo>
                    <a:pt x="0" y="4841"/>
                    <a:pt x="1202" y="0"/>
                    <a:pt x="2699" y="0"/>
                  </a:cubicBezTo>
                  <a:lnTo>
                    <a:pt x="18899" y="0"/>
                  </a:lnTo>
                  <a:cubicBezTo>
                    <a:pt x="20387" y="0"/>
                    <a:pt x="21600" y="4841"/>
                    <a:pt x="2160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8" name="AutoShape 99"/>
            <p:cNvSpPr/>
            <p:nvPr/>
          </p:nvSpPr>
          <p:spPr bwMode="auto">
            <a:xfrm>
              <a:off x="5586413" y="4847432"/>
              <a:ext cx="285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69"/>
                    <a:pt x="19174" y="21599"/>
                    <a:pt x="16199" y="21599"/>
                  </a:cubicBezTo>
                  <a:lnTo>
                    <a:pt x="5399" y="21599"/>
                  </a:lnTo>
                  <a:cubicBezTo>
                    <a:pt x="2404" y="21599"/>
                    <a:pt x="0" y="16769"/>
                    <a:pt x="0" y="10800"/>
                  </a:cubicBezTo>
                  <a:cubicBezTo>
                    <a:pt x="0" y="4830"/>
                    <a:pt x="2404" y="0"/>
                    <a:pt x="5399" y="0"/>
                  </a:cubicBezTo>
                  <a:lnTo>
                    <a:pt x="16199" y="0"/>
                  </a:lnTo>
                  <a:cubicBezTo>
                    <a:pt x="19174" y="0"/>
                    <a:pt x="21600" y="4830"/>
                    <a:pt x="2160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0090" tIns="20090" rIns="20090" bIns="20090" anchor="ctr"/>
            <a:lstStyle/>
            <a:p>
              <a:pPr algn="ctr" defTabSz="240665" hangingPunct="0">
                <a:lnSpc>
                  <a:spcPct val="120000"/>
                </a:lnSpc>
              </a:pPr>
              <a:endParaRPr lang="en-US" sz="1265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29" name="TextBox 23"/>
          <p:cNvSpPr txBox="1"/>
          <p:nvPr/>
        </p:nvSpPr>
        <p:spPr>
          <a:xfrm>
            <a:off x="9381542" y="2372347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0" name="TextBox 24"/>
          <p:cNvSpPr txBox="1"/>
          <p:nvPr/>
        </p:nvSpPr>
        <p:spPr>
          <a:xfrm>
            <a:off x="9381541" y="208460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1" name="TextBox 23"/>
          <p:cNvSpPr txBox="1"/>
          <p:nvPr/>
        </p:nvSpPr>
        <p:spPr>
          <a:xfrm>
            <a:off x="7829918" y="5223309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2" name="TextBox 24"/>
          <p:cNvSpPr txBox="1"/>
          <p:nvPr/>
        </p:nvSpPr>
        <p:spPr>
          <a:xfrm>
            <a:off x="7829917" y="4935569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3" name="TextBox 23"/>
          <p:cNvSpPr txBox="1"/>
          <p:nvPr/>
        </p:nvSpPr>
        <p:spPr>
          <a:xfrm>
            <a:off x="5955040" y="2372347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4" name="TextBox 24"/>
          <p:cNvSpPr txBox="1"/>
          <p:nvPr/>
        </p:nvSpPr>
        <p:spPr>
          <a:xfrm>
            <a:off x="5955039" y="208460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5" name="TextBox 23"/>
          <p:cNvSpPr txBox="1"/>
          <p:nvPr/>
        </p:nvSpPr>
        <p:spPr>
          <a:xfrm>
            <a:off x="4597367" y="5223309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6" name="TextBox 24"/>
          <p:cNvSpPr txBox="1"/>
          <p:nvPr/>
        </p:nvSpPr>
        <p:spPr>
          <a:xfrm>
            <a:off x="4597367" y="4935569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7" name="TextBox 23"/>
          <p:cNvSpPr txBox="1"/>
          <p:nvPr/>
        </p:nvSpPr>
        <p:spPr>
          <a:xfrm>
            <a:off x="2796375" y="2372347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8" name="TextBox 24"/>
          <p:cNvSpPr txBox="1"/>
          <p:nvPr/>
        </p:nvSpPr>
        <p:spPr>
          <a:xfrm>
            <a:off x="2796375" y="2084606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9" name="TextBox 23"/>
          <p:cNvSpPr txBox="1"/>
          <p:nvPr/>
        </p:nvSpPr>
        <p:spPr>
          <a:xfrm>
            <a:off x="1290932" y="5223309"/>
            <a:ext cx="23601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0" name="TextBox 24"/>
          <p:cNvSpPr txBox="1"/>
          <p:nvPr/>
        </p:nvSpPr>
        <p:spPr>
          <a:xfrm>
            <a:off x="1290931" y="4935569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000"/>
                            </p:stCondLst>
                            <p:childTnLst>
                              <p:par>
                                <p:cTn id="8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000"/>
                            </p:stCondLst>
                            <p:childTnLst>
                              <p:par>
                                <p:cTn id="9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500"/>
                            </p:stCondLst>
                            <p:childTnLst>
                              <p:par>
                                <p:cTn id="10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000"/>
                            </p:stCondLst>
                            <p:childTnLst>
                              <p:par>
                                <p:cTn id="1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"/>
          <p:cNvSpPr/>
          <p:nvPr/>
        </p:nvSpPr>
        <p:spPr>
          <a:xfrm>
            <a:off x="2439459" y="3989148"/>
            <a:ext cx="2265108" cy="1266395"/>
          </a:xfrm>
          <a:custGeom>
            <a:avLst/>
            <a:gdLst/>
            <a:ahLst/>
            <a:cxnLst/>
            <a:rect l="l" t="t" r="r" b="b"/>
            <a:pathLst>
              <a:path w="2808312" h="2020010">
                <a:moveTo>
                  <a:pt x="0" y="0"/>
                </a:moveTo>
                <a:lnTo>
                  <a:pt x="422312" y="0"/>
                </a:lnTo>
                <a:lnTo>
                  <a:pt x="422312" y="1152430"/>
                </a:lnTo>
                <a:cubicBezTo>
                  <a:pt x="422312" y="1404581"/>
                  <a:pt x="626721" y="1608990"/>
                  <a:pt x="878872" y="1608990"/>
                </a:cubicBezTo>
                <a:lnTo>
                  <a:pt x="1909968" y="1608990"/>
                </a:lnTo>
                <a:cubicBezTo>
                  <a:pt x="2162119" y="1608990"/>
                  <a:pt x="2366528" y="1404581"/>
                  <a:pt x="2366528" y="1152430"/>
                </a:cubicBezTo>
                <a:lnTo>
                  <a:pt x="2366528" y="0"/>
                </a:lnTo>
                <a:lnTo>
                  <a:pt x="2808312" y="0"/>
                </a:lnTo>
                <a:lnTo>
                  <a:pt x="2808312" y="1313411"/>
                </a:lnTo>
                <a:cubicBezTo>
                  <a:pt x="2808312" y="1703655"/>
                  <a:pt x="2491957" y="2020010"/>
                  <a:pt x="2101713" y="2020010"/>
                </a:cubicBezTo>
                <a:lnTo>
                  <a:pt x="706599" y="2020010"/>
                </a:lnTo>
                <a:cubicBezTo>
                  <a:pt x="316355" y="2020010"/>
                  <a:pt x="0" y="1703655"/>
                  <a:pt x="0" y="1313411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2000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991125" y="4619983"/>
            <a:ext cx="1161779" cy="1161778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2000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圆角矩形 1"/>
          <p:cNvSpPr/>
          <p:nvPr/>
        </p:nvSpPr>
        <p:spPr>
          <a:xfrm flipV="1">
            <a:off x="4355772" y="2701591"/>
            <a:ext cx="2265108" cy="1266395"/>
          </a:xfrm>
          <a:custGeom>
            <a:avLst/>
            <a:gdLst/>
            <a:ahLst/>
            <a:cxnLst/>
            <a:rect l="l" t="t" r="r" b="b"/>
            <a:pathLst>
              <a:path w="2808312" h="2020010">
                <a:moveTo>
                  <a:pt x="0" y="0"/>
                </a:moveTo>
                <a:lnTo>
                  <a:pt x="422312" y="0"/>
                </a:lnTo>
                <a:lnTo>
                  <a:pt x="422312" y="1152430"/>
                </a:lnTo>
                <a:cubicBezTo>
                  <a:pt x="422312" y="1404581"/>
                  <a:pt x="626721" y="1608990"/>
                  <a:pt x="878872" y="1608990"/>
                </a:cubicBezTo>
                <a:lnTo>
                  <a:pt x="1909968" y="1608990"/>
                </a:lnTo>
                <a:cubicBezTo>
                  <a:pt x="2162119" y="1608990"/>
                  <a:pt x="2366528" y="1404581"/>
                  <a:pt x="2366528" y="1152430"/>
                </a:cubicBezTo>
                <a:lnTo>
                  <a:pt x="2366528" y="0"/>
                </a:lnTo>
                <a:lnTo>
                  <a:pt x="2808312" y="0"/>
                </a:lnTo>
                <a:lnTo>
                  <a:pt x="2808312" y="1313411"/>
                </a:lnTo>
                <a:cubicBezTo>
                  <a:pt x="2808312" y="1703655"/>
                  <a:pt x="2491957" y="2020010"/>
                  <a:pt x="2101713" y="2020010"/>
                </a:cubicBezTo>
                <a:lnTo>
                  <a:pt x="706599" y="2020010"/>
                </a:lnTo>
                <a:cubicBezTo>
                  <a:pt x="316355" y="2020010"/>
                  <a:pt x="0" y="1703655"/>
                  <a:pt x="0" y="1313411"/>
                </a:cubicBez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1600" kern="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907438" y="2153655"/>
            <a:ext cx="1161779" cy="1161778"/>
          </a:xfrm>
          <a:prstGeom prst="ellipse">
            <a:avLst/>
          </a:prstGeom>
          <a:solidFill>
            <a:schemeClr val="accent2"/>
          </a:solidFill>
          <a:ln w="635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1600" kern="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圆角矩形 1"/>
          <p:cNvSpPr/>
          <p:nvPr/>
        </p:nvSpPr>
        <p:spPr>
          <a:xfrm>
            <a:off x="6277519" y="3989148"/>
            <a:ext cx="2265108" cy="1266395"/>
          </a:xfrm>
          <a:custGeom>
            <a:avLst/>
            <a:gdLst/>
            <a:ahLst/>
            <a:cxnLst/>
            <a:rect l="l" t="t" r="r" b="b"/>
            <a:pathLst>
              <a:path w="2808312" h="2020010">
                <a:moveTo>
                  <a:pt x="0" y="0"/>
                </a:moveTo>
                <a:lnTo>
                  <a:pt x="422312" y="0"/>
                </a:lnTo>
                <a:lnTo>
                  <a:pt x="422312" y="1152430"/>
                </a:lnTo>
                <a:cubicBezTo>
                  <a:pt x="422312" y="1404581"/>
                  <a:pt x="626721" y="1608990"/>
                  <a:pt x="878872" y="1608990"/>
                </a:cubicBezTo>
                <a:lnTo>
                  <a:pt x="1909968" y="1608990"/>
                </a:lnTo>
                <a:cubicBezTo>
                  <a:pt x="2162119" y="1608990"/>
                  <a:pt x="2366528" y="1404581"/>
                  <a:pt x="2366528" y="1152430"/>
                </a:cubicBezTo>
                <a:lnTo>
                  <a:pt x="2366528" y="0"/>
                </a:lnTo>
                <a:lnTo>
                  <a:pt x="2808312" y="0"/>
                </a:lnTo>
                <a:lnTo>
                  <a:pt x="2808312" y="1313411"/>
                </a:lnTo>
                <a:cubicBezTo>
                  <a:pt x="2808312" y="1703655"/>
                  <a:pt x="2491957" y="2020010"/>
                  <a:pt x="2101713" y="2020010"/>
                </a:cubicBezTo>
                <a:lnTo>
                  <a:pt x="706599" y="2020010"/>
                </a:lnTo>
                <a:cubicBezTo>
                  <a:pt x="316355" y="2020010"/>
                  <a:pt x="0" y="1703655"/>
                  <a:pt x="0" y="1313411"/>
                </a:cubicBezTo>
                <a:close/>
              </a:path>
            </a:pathLst>
          </a:cu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2000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829186" y="4619983"/>
            <a:ext cx="1161779" cy="1161778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6412" tIns="48205" rIns="96412" bIns="48205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sz="2000" kern="0" dirty="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圆角矩形 1"/>
          <p:cNvSpPr/>
          <p:nvPr/>
        </p:nvSpPr>
        <p:spPr>
          <a:xfrm flipV="1">
            <a:off x="8189837" y="2701591"/>
            <a:ext cx="2265108" cy="1266395"/>
          </a:xfrm>
          <a:custGeom>
            <a:avLst/>
            <a:gdLst/>
            <a:ahLst/>
            <a:cxnLst/>
            <a:rect l="l" t="t" r="r" b="b"/>
            <a:pathLst>
              <a:path w="2808312" h="2020010">
                <a:moveTo>
                  <a:pt x="0" y="0"/>
                </a:moveTo>
                <a:lnTo>
                  <a:pt x="422312" y="0"/>
                </a:lnTo>
                <a:lnTo>
                  <a:pt x="422312" y="1152430"/>
                </a:lnTo>
                <a:cubicBezTo>
                  <a:pt x="422312" y="1404581"/>
                  <a:pt x="626721" y="1608990"/>
                  <a:pt x="878872" y="1608990"/>
                </a:cubicBezTo>
                <a:lnTo>
                  <a:pt x="1909968" y="1608990"/>
                </a:lnTo>
                <a:cubicBezTo>
                  <a:pt x="2162119" y="1608990"/>
                  <a:pt x="2366528" y="1404581"/>
                  <a:pt x="2366528" y="1152430"/>
                </a:cubicBezTo>
                <a:lnTo>
                  <a:pt x="2366528" y="0"/>
                </a:lnTo>
                <a:lnTo>
                  <a:pt x="2808312" y="0"/>
                </a:lnTo>
                <a:lnTo>
                  <a:pt x="2808312" y="1313411"/>
                </a:lnTo>
                <a:cubicBezTo>
                  <a:pt x="2808312" y="1703655"/>
                  <a:pt x="2491957" y="2020010"/>
                  <a:pt x="2101713" y="2020010"/>
                </a:cubicBezTo>
                <a:lnTo>
                  <a:pt x="706599" y="2020010"/>
                </a:lnTo>
                <a:cubicBezTo>
                  <a:pt x="316355" y="2020010"/>
                  <a:pt x="0" y="1703655"/>
                  <a:pt x="0" y="1313411"/>
                </a:cubicBezTo>
                <a:close/>
              </a:path>
            </a:pathLst>
          </a:cu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1600" kern="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8741502" y="2153655"/>
            <a:ext cx="1161779" cy="1161778"/>
          </a:xfrm>
          <a:prstGeom prst="ellipse">
            <a:avLst/>
          </a:prstGeom>
          <a:solidFill>
            <a:schemeClr val="accent4"/>
          </a:solidFill>
          <a:ln w="635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600" kern="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501" y="3967987"/>
            <a:ext cx="12870360" cy="87454"/>
          </a:xfrm>
          <a:prstGeom prst="rect">
            <a:avLst/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6417" tIns="48209" rIns="96417" bIns="48209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lang="en-US" kern="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 flipH="1">
            <a:off x="3067667" y="5004242"/>
            <a:ext cx="99552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zh-CN" altLang="en-US" sz="1400" b="0" smtClean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 flipH="1">
            <a:off x="4983982" y="2537914"/>
            <a:ext cx="99552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zh-CN" altLang="en-US" sz="1400" b="0" smtClean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 flipH="1">
            <a:off x="8818046" y="2537914"/>
            <a:ext cx="99552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zh-CN" altLang="en-US" sz="1400" b="0" smtClean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 flipH="1">
            <a:off x="6905728" y="5004242"/>
            <a:ext cx="99552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anose="020B0503020202020204" pitchFamily="34" charset="0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zh-CN" altLang="en-US" sz="1400" b="0" smtClean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b="0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85" name="TextBox 23"/>
          <p:cNvSpPr txBox="1"/>
          <p:nvPr/>
        </p:nvSpPr>
        <p:spPr>
          <a:xfrm>
            <a:off x="1604090" y="2761498"/>
            <a:ext cx="233304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6" name="TextBox 24"/>
          <p:cNvSpPr txBox="1"/>
          <p:nvPr/>
        </p:nvSpPr>
        <p:spPr>
          <a:xfrm>
            <a:off x="1604092" y="2445068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7" name="TextBox 23"/>
          <p:cNvSpPr txBox="1"/>
          <p:nvPr/>
        </p:nvSpPr>
        <p:spPr>
          <a:xfrm>
            <a:off x="4321741" y="5682338"/>
            <a:ext cx="233304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8" name="TextBox 24"/>
          <p:cNvSpPr txBox="1"/>
          <p:nvPr/>
        </p:nvSpPr>
        <p:spPr>
          <a:xfrm>
            <a:off x="4321743" y="5365907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9" name="TextBox 23"/>
          <p:cNvSpPr txBox="1"/>
          <p:nvPr/>
        </p:nvSpPr>
        <p:spPr>
          <a:xfrm>
            <a:off x="6239336" y="1796350"/>
            <a:ext cx="233304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0" name="TextBox 24"/>
          <p:cNvSpPr txBox="1"/>
          <p:nvPr/>
        </p:nvSpPr>
        <p:spPr>
          <a:xfrm>
            <a:off x="6239337" y="1479921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1" name="TextBox 23"/>
          <p:cNvSpPr txBox="1"/>
          <p:nvPr/>
        </p:nvSpPr>
        <p:spPr>
          <a:xfrm>
            <a:off x="8931588" y="4742589"/>
            <a:ext cx="233304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2" name="TextBox 24"/>
          <p:cNvSpPr txBox="1"/>
          <p:nvPr/>
        </p:nvSpPr>
        <p:spPr>
          <a:xfrm>
            <a:off x="8931590" y="4426159"/>
            <a:ext cx="1441420" cy="328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MH_Other_1"/>
          <p:cNvSpPr>
            <a:spLocks noChangeArrowheads="1"/>
          </p:cNvSpPr>
          <p:nvPr/>
        </p:nvSpPr>
        <p:spPr bwMode="auto">
          <a:xfrm>
            <a:off x="2977939" y="2952568"/>
            <a:ext cx="2541334" cy="2543007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091" tIns="49554" rIns="95091" bIns="49554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endParaRPr lang="en-US" altLang="zh-CN" sz="140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1" name="MH_Title_1"/>
          <p:cNvSpPr>
            <a:spLocks noChangeArrowheads="1"/>
          </p:cNvSpPr>
          <p:nvPr/>
        </p:nvSpPr>
        <p:spPr bwMode="auto">
          <a:xfrm>
            <a:off x="4926628" y="3739410"/>
            <a:ext cx="1089862" cy="1088186"/>
          </a:xfrm>
          <a:prstGeom prst="ellipse">
            <a:avLst/>
          </a:prstGeom>
          <a:solidFill>
            <a:schemeClr val="accent2"/>
          </a:solidFill>
          <a:ln w="381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4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2" name="MH_SubTitle_3"/>
          <p:cNvSpPr>
            <a:spLocks noChangeArrowheads="1"/>
          </p:cNvSpPr>
          <p:nvPr/>
        </p:nvSpPr>
        <p:spPr bwMode="auto">
          <a:xfrm>
            <a:off x="2638089" y="3927751"/>
            <a:ext cx="711506" cy="711507"/>
          </a:xfrm>
          <a:prstGeom prst="ellipse">
            <a:avLst/>
          </a:prstGeom>
          <a:solidFill>
            <a:schemeClr val="accent1"/>
          </a:solidFill>
          <a:ln w="254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1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1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3" name="MH_SubTitle_1"/>
          <p:cNvSpPr>
            <a:spLocks noChangeArrowheads="1"/>
          </p:cNvSpPr>
          <p:nvPr/>
        </p:nvSpPr>
        <p:spPr bwMode="auto">
          <a:xfrm>
            <a:off x="3893690" y="2597653"/>
            <a:ext cx="709832" cy="711506"/>
          </a:xfrm>
          <a:prstGeom prst="ellipse">
            <a:avLst/>
          </a:prstGeom>
          <a:solidFill>
            <a:schemeClr val="accent5"/>
          </a:solidFill>
          <a:ln w="254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1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1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4" name="MH_SubTitle_5"/>
          <p:cNvSpPr>
            <a:spLocks noChangeArrowheads="1"/>
          </p:cNvSpPr>
          <p:nvPr/>
        </p:nvSpPr>
        <p:spPr bwMode="auto">
          <a:xfrm>
            <a:off x="3783195" y="5030166"/>
            <a:ext cx="711506" cy="711507"/>
          </a:xfrm>
          <a:prstGeom prst="ellipse">
            <a:avLst/>
          </a:prstGeom>
          <a:solidFill>
            <a:schemeClr val="accent5"/>
          </a:solidFill>
          <a:ln w="254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1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1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5" name="MH_Other_2"/>
          <p:cNvSpPr>
            <a:spLocks noChangeArrowheads="1"/>
          </p:cNvSpPr>
          <p:nvPr/>
        </p:nvSpPr>
        <p:spPr bwMode="auto">
          <a:xfrm flipH="1">
            <a:off x="7226887" y="2952568"/>
            <a:ext cx="2543008" cy="2543007"/>
          </a:xfrm>
          <a:prstGeom prst="ellipse">
            <a:avLst/>
          </a:prstGeom>
          <a:noFill/>
          <a:ln w="6350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5091" tIns="49554" rIns="95091" bIns="49554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endParaRPr lang="en-US" altLang="zh-CN" sz="140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6" name="MH_Title_2"/>
          <p:cNvSpPr>
            <a:spLocks noChangeArrowheads="1"/>
          </p:cNvSpPr>
          <p:nvPr/>
        </p:nvSpPr>
        <p:spPr bwMode="auto">
          <a:xfrm flipH="1">
            <a:off x="6731343" y="3739410"/>
            <a:ext cx="1088186" cy="1088186"/>
          </a:xfrm>
          <a:prstGeom prst="ellipse">
            <a:avLst/>
          </a:prstGeom>
          <a:solidFill>
            <a:schemeClr val="accent3"/>
          </a:solidFill>
          <a:ln w="381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4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7" name="MH_SubTitle_4"/>
          <p:cNvSpPr>
            <a:spLocks noChangeArrowheads="1"/>
          </p:cNvSpPr>
          <p:nvPr/>
        </p:nvSpPr>
        <p:spPr bwMode="auto">
          <a:xfrm flipH="1">
            <a:off x="9398237" y="3927751"/>
            <a:ext cx="709832" cy="711507"/>
          </a:xfrm>
          <a:prstGeom prst="ellipse">
            <a:avLst/>
          </a:prstGeom>
          <a:solidFill>
            <a:schemeClr val="accent4"/>
          </a:solidFill>
          <a:ln w="254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1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1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8" name="MH_SubTitle_2"/>
          <p:cNvSpPr>
            <a:spLocks noChangeArrowheads="1"/>
          </p:cNvSpPr>
          <p:nvPr/>
        </p:nvSpPr>
        <p:spPr bwMode="auto">
          <a:xfrm flipH="1">
            <a:off x="8142638" y="2597653"/>
            <a:ext cx="711506" cy="711506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1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1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79" name="MH_SubTitle_6"/>
          <p:cNvSpPr>
            <a:spLocks noChangeArrowheads="1"/>
          </p:cNvSpPr>
          <p:nvPr/>
        </p:nvSpPr>
        <p:spPr bwMode="auto">
          <a:xfrm flipH="1">
            <a:off x="8253131" y="5030166"/>
            <a:ext cx="709832" cy="711507"/>
          </a:xfrm>
          <a:prstGeom prst="ellipse">
            <a:avLst/>
          </a:prstGeom>
          <a:solidFill>
            <a:schemeClr val="accent6"/>
          </a:solidFill>
          <a:ln w="25400">
            <a:noFill/>
            <a:round/>
          </a:ln>
        </p:spPr>
        <p:txBody>
          <a:bodyPr lIns="0" tIns="0" rIns="0" bIns="0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>
              <a:lnSpc>
                <a:spcPct val="120000"/>
              </a:lnSpc>
            </a:pPr>
            <a:r>
              <a:rPr lang="zh-CN" altLang="en-US" sz="1100" smtClean="0">
                <a:solidFill>
                  <a:srgbClr val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100" dirty="0">
              <a:solidFill>
                <a:srgbClr val="FFFFFF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82" name="MH_Other_3"/>
          <p:cNvSpPr/>
          <p:nvPr/>
        </p:nvSpPr>
        <p:spPr bwMode="auto">
          <a:xfrm rot="-2644669">
            <a:off x="5212906" y="3332595"/>
            <a:ext cx="2338762" cy="2338764"/>
          </a:xfrm>
          <a:custGeom>
            <a:avLst/>
            <a:gdLst>
              <a:gd name="T0" fmla="*/ 1108868 w 2217737"/>
              <a:gd name="T1" fmla="*/ 0 h 2217738"/>
              <a:gd name="T2" fmla="*/ 2217737 w 2217737"/>
              <a:gd name="T3" fmla="*/ 1108869 h 2217738"/>
              <a:gd name="T4" fmla="*/ 1108869 w 2217737"/>
              <a:gd name="T5" fmla="*/ 1108869 h 2217738"/>
              <a:gd name="T6" fmla="*/ 1108868 w 2217737"/>
              <a:gd name="T7" fmla="*/ 0 h 2217738"/>
              <a:gd name="T8" fmla="*/ 1108868 w 2217737"/>
              <a:gd name="T9" fmla="*/ 0 h 2217738"/>
              <a:gd name="T10" fmla="*/ 2217737 w 2217737"/>
              <a:gd name="T11" fmla="*/ 1108869 h 22177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217737" h="2217738" stroke="0">
                <a:moveTo>
                  <a:pt x="1108868" y="0"/>
                </a:moveTo>
                <a:cubicBezTo>
                  <a:pt x="1721279" y="0"/>
                  <a:pt x="2217737" y="496458"/>
                  <a:pt x="2217737" y="1108869"/>
                </a:cubicBezTo>
                <a:lnTo>
                  <a:pt x="1108869" y="1108869"/>
                </a:lnTo>
                <a:cubicBezTo>
                  <a:pt x="1108869" y="739246"/>
                  <a:pt x="1108868" y="369623"/>
                  <a:pt x="1108868" y="0"/>
                </a:cubicBezTo>
                <a:close/>
              </a:path>
              <a:path w="2217737" h="2217738" fill="none">
                <a:moveTo>
                  <a:pt x="1108868" y="0"/>
                </a:moveTo>
                <a:cubicBezTo>
                  <a:pt x="1721279" y="0"/>
                  <a:pt x="2217737" y="496458"/>
                  <a:pt x="2217737" y="1108869"/>
                </a:cubicBezTo>
              </a:path>
            </a:pathLst>
          </a:custGeom>
          <a:noFill/>
          <a:ln w="9525" cap="flat" cmpd="sng">
            <a:solidFill>
              <a:schemeClr val="bg1">
                <a:lumMod val="65000"/>
              </a:schemeClr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783" name="MH_Other_4"/>
          <p:cNvSpPr/>
          <p:nvPr/>
        </p:nvSpPr>
        <p:spPr bwMode="auto">
          <a:xfrm rot="-2644669" flipH="1" flipV="1">
            <a:off x="5196165" y="2893973"/>
            <a:ext cx="2340437" cy="2338764"/>
          </a:xfrm>
          <a:custGeom>
            <a:avLst/>
            <a:gdLst>
              <a:gd name="T0" fmla="*/ 1109662 w 2219325"/>
              <a:gd name="T1" fmla="*/ 0 h 2217738"/>
              <a:gd name="T2" fmla="*/ 2219325 w 2219325"/>
              <a:gd name="T3" fmla="*/ 1108869 h 2217738"/>
              <a:gd name="T4" fmla="*/ 1109663 w 2219325"/>
              <a:gd name="T5" fmla="*/ 1108869 h 2217738"/>
              <a:gd name="T6" fmla="*/ 1109662 w 2219325"/>
              <a:gd name="T7" fmla="*/ 0 h 2217738"/>
              <a:gd name="T8" fmla="*/ 1109662 w 2219325"/>
              <a:gd name="T9" fmla="*/ 0 h 2217738"/>
              <a:gd name="T10" fmla="*/ 2219325 w 2219325"/>
              <a:gd name="T11" fmla="*/ 1108869 h 22177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219325" h="2217738" stroke="0">
                <a:moveTo>
                  <a:pt x="1109662" y="0"/>
                </a:moveTo>
                <a:cubicBezTo>
                  <a:pt x="1722512" y="0"/>
                  <a:pt x="2219325" y="496458"/>
                  <a:pt x="2219325" y="1108869"/>
                </a:cubicBezTo>
                <a:lnTo>
                  <a:pt x="1109663" y="1108869"/>
                </a:lnTo>
                <a:cubicBezTo>
                  <a:pt x="1109663" y="739246"/>
                  <a:pt x="1109662" y="369623"/>
                  <a:pt x="1109662" y="0"/>
                </a:cubicBezTo>
                <a:close/>
              </a:path>
              <a:path w="2219325" h="2217738" fill="none">
                <a:moveTo>
                  <a:pt x="1109662" y="0"/>
                </a:moveTo>
                <a:cubicBezTo>
                  <a:pt x="1722512" y="0"/>
                  <a:pt x="2219325" y="496458"/>
                  <a:pt x="2219325" y="1108869"/>
                </a:cubicBezTo>
              </a:path>
            </a:pathLst>
          </a:custGeom>
          <a:noFill/>
          <a:ln w="6350" cap="flat" cmpd="sng">
            <a:solidFill>
              <a:schemeClr val="bg1">
                <a:lumMod val="65000"/>
              </a:schemeClr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TextBox 23"/>
          <p:cNvSpPr txBox="1"/>
          <p:nvPr/>
        </p:nvSpPr>
        <p:spPr>
          <a:xfrm>
            <a:off x="4708766" y="5766590"/>
            <a:ext cx="2360168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TextBox 24"/>
          <p:cNvSpPr txBox="1"/>
          <p:nvPr/>
        </p:nvSpPr>
        <p:spPr>
          <a:xfrm>
            <a:off x="4708765" y="5493358"/>
            <a:ext cx="1256754" cy="2585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TextBox 23"/>
          <p:cNvSpPr txBox="1"/>
          <p:nvPr/>
        </p:nvSpPr>
        <p:spPr>
          <a:xfrm>
            <a:off x="9062812" y="5766590"/>
            <a:ext cx="2360168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24"/>
          <p:cNvSpPr txBox="1"/>
          <p:nvPr/>
        </p:nvSpPr>
        <p:spPr>
          <a:xfrm>
            <a:off x="9062811" y="5493358"/>
            <a:ext cx="1256754" cy="2585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1501285" y="2152731"/>
            <a:ext cx="2360168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TextBox 24"/>
          <p:cNvSpPr txBox="1"/>
          <p:nvPr/>
        </p:nvSpPr>
        <p:spPr>
          <a:xfrm>
            <a:off x="1501284" y="1879498"/>
            <a:ext cx="1256754" cy="2585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5855331" y="2152731"/>
            <a:ext cx="2360168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TextBox 24"/>
          <p:cNvSpPr txBox="1"/>
          <p:nvPr/>
        </p:nvSpPr>
        <p:spPr>
          <a:xfrm>
            <a:off x="5855330" y="1879498"/>
            <a:ext cx="1256754" cy="2585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nimBg="1"/>
      <p:bldP spid="32771" grpId="0" animBg="1"/>
      <p:bldP spid="32772" grpId="0" animBg="1"/>
      <p:bldP spid="32773" grpId="0" animBg="1"/>
      <p:bldP spid="32774" grpId="0" animBg="1"/>
      <p:bldP spid="32775" grpId="0" animBg="1"/>
      <p:bldP spid="32776" grpId="0" animBg="1"/>
      <p:bldP spid="32777" grpId="0" animBg="1"/>
      <p:bldP spid="32778" grpId="0" animBg="1"/>
      <p:bldP spid="32779" grpId="0" animBg="1"/>
      <p:bldP spid="32782" grpId="0" animBg="1"/>
      <p:bldP spid="32783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lock Arc 45"/>
          <p:cNvSpPr/>
          <p:nvPr/>
        </p:nvSpPr>
        <p:spPr>
          <a:xfrm rot="2700000">
            <a:off x="2474960" y="2885796"/>
            <a:ext cx="2279282" cy="2279281"/>
          </a:xfrm>
          <a:prstGeom prst="blockArc">
            <a:avLst>
              <a:gd name="adj1" fmla="val 19782491"/>
              <a:gd name="adj2" fmla="val 13507335"/>
              <a:gd name="adj3" fmla="val 65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Group 110"/>
          <p:cNvGrpSpPr/>
          <p:nvPr/>
        </p:nvGrpSpPr>
        <p:grpSpPr>
          <a:xfrm>
            <a:off x="1481619" y="2496599"/>
            <a:ext cx="3668150" cy="3814224"/>
            <a:chOff x="630206" y="1507089"/>
            <a:chExt cx="2608605" cy="2712486"/>
          </a:xfrm>
        </p:grpSpPr>
        <p:grpSp>
          <p:nvGrpSpPr>
            <p:cNvPr id="5" name="Group 53"/>
            <p:cNvGrpSpPr/>
            <p:nvPr/>
          </p:nvGrpSpPr>
          <p:grpSpPr>
            <a:xfrm rot="21351568">
              <a:off x="630206" y="3582137"/>
              <a:ext cx="1112944" cy="637438"/>
              <a:chOff x="2355915" y="3857572"/>
              <a:chExt cx="1347923" cy="772022"/>
            </a:xfrm>
          </p:grpSpPr>
          <p:sp>
            <p:nvSpPr>
              <p:cNvPr id="31" name="Rectangle 30"/>
              <p:cNvSpPr/>
              <p:nvPr/>
            </p:nvSpPr>
            <p:spPr>
              <a:xfrm rot="2700000">
                <a:off x="3093973" y="3472415"/>
                <a:ext cx="224707" cy="99502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 rot="2700000">
                <a:off x="2538069" y="4020237"/>
                <a:ext cx="427203" cy="791512"/>
              </a:xfrm>
              <a:prstGeom prst="round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0" name="Block Arc 29"/>
            <p:cNvSpPr/>
            <p:nvPr/>
          </p:nvSpPr>
          <p:spPr>
            <a:xfrm rot="2700000">
              <a:off x="1114680" y="1507089"/>
              <a:ext cx="2124132" cy="2124131"/>
            </a:xfrm>
            <a:prstGeom prst="blockArc">
              <a:avLst>
                <a:gd name="adj1" fmla="val 21433357"/>
                <a:gd name="adj2" fmla="val 13378235"/>
                <a:gd name="adj3" fmla="val 4744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9" name="Block Arc 48"/>
          <p:cNvSpPr/>
          <p:nvPr/>
        </p:nvSpPr>
        <p:spPr>
          <a:xfrm rot="2700000">
            <a:off x="2787753" y="3198589"/>
            <a:ext cx="1653696" cy="1653694"/>
          </a:xfrm>
          <a:prstGeom prst="blockArc">
            <a:avLst>
              <a:gd name="adj1" fmla="val 17805926"/>
              <a:gd name="adj2" fmla="val 13444767"/>
              <a:gd name="adj3" fmla="val 748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Oval 51"/>
          <p:cNvSpPr/>
          <p:nvPr/>
        </p:nvSpPr>
        <p:spPr>
          <a:xfrm rot="2700000">
            <a:off x="3037985" y="3448822"/>
            <a:ext cx="1153230" cy="115322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Group 73"/>
          <p:cNvGrpSpPr/>
          <p:nvPr/>
        </p:nvGrpSpPr>
        <p:grpSpPr>
          <a:xfrm>
            <a:off x="3668800" y="2578015"/>
            <a:ext cx="3167070" cy="306208"/>
            <a:chOff x="2901397" y="1463917"/>
            <a:chExt cx="2252262" cy="221448"/>
          </a:xfrm>
        </p:grpSpPr>
        <p:cxnSp>
          <p:nvCxnSpPr>
            <p:cNvPr id="60" name="Straight Connector 59"/>
            <p:cNvCxnSpPr/>
            <p:nvPr/>
          </p:nvCxnSpPr>
          <p:spPr>
            <a:xfrm flipH="1" flipV="1">
              <a:off x="4914605" y="1465097"/>
              <a:ext cx="239054" cy="220268"/>
            </a:xfrm>
            <a:prstGeom prst="line">
              <a:avLst/>
            </a:prstGeom>
            <a:ln w="12700" cap="rnd">
              <a:solidFill>
                <a:schemeClr val="accent1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0800000">
              <a:off x="2901397" y="1463917"/>
              <a:ext cx="2013208" cy="1615"/>
            </a:xfrm>
            <a:prstGeom prst="line">
              <a:avLst/>
            </a:prstGeom>
            <a:ln w="12700" cap="rnd">
              <a:solidFill>
                <a:schemeClr val="accent1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73"/>
          <p:cNvGrpSpPr/>
          <p:nvPr/>
        </p:nvGrpSpPr>
        <p:grpSpPr>
          <a:xfrm>
            <a:off x="3668801" y="2966276"/>
            <a:ext cx="2646018" cy="306208"/>
            <a:chOff x="2901397" y="1463917"/>
            <a:chExt cx="1881716" cy="221448"/>
          </a:xfrm>
        </p:grpSpPr>
        <p:cxnSp>
          <p:nvCxnSpPr>
            <p:cNvPr id="68" name="Straight Connector 67"/>
            <p:cNvCxnSpPr/>
            <p:nvPr/>
          </p:nvCxnSpPr>
          <p:spPr>
            <a:xfrm flipH="1" flipV="1">
              <a:off x="4544059" y="1465097"/>
              <a:ext cx="239054" cy="220268"/>
            </a:xfrm>
            <a:prstGeom prst="line">
              <a:avLst/>
            </a:prstGeom>
            <a:ln w="12700" cap="rnd">
              <a:solidFill>
                <a:schemeClr val="accent2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0800000">
              <a:off x="2901397" y="1463917"/>
              <a:ext cx="1642662" cy="1615"/>
            </a:xfrm>
            <a:prstGeom prst="line">
              <a:avLst/>
            </a:prstGeom>
            <a:ln w="12700" cap="rnd">
              <a:solidFill>
                <a:schemeClr val="accent2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3"/>
          <p:cNvGrpSpPr/>
          <p:nvPr/>
        </p:nvGrpSpPr>
        <p:grpSpPr>
          <a:xfrm>
            <a:off x="3668801" y="3263400"/>
            <a:ext cx="2202716" cy="306211"/>
            <a:chOff x="2683251" y="1463915"/>
            <a:chExt cx="1566462" cy="221450"/>
          </a:xfrm>
        </p:grpSpPr>
        <p:cxnSp>
          <p:nvCxnSpPr>
            <p:cNvPr id="82" name="Straight Connector 81"/>
            <p:cNvCxnSpPr/>
            <p:nvPr/>
          </p:nvCxnSpPr>
          <p:spPr>
            <a:xfrm flipH="1" flipV="1">
              <a:off x="4010659" y="1465097"/>
              <a:ext cx="239054" cy="220268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10800000" flipV="1">
              <a:off x="2683251" y="1463915"/>
              <a:ext cx="1325760" cy="1182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73"/>
          <p:cNvGrpSpPr/>
          <p:nvPr/>
        </p:nvGrpSpPr>
        <p:grpSpPr>
          <a:xfrm>
            <a:off x="4065257" y="3612241"/>
            <a:ext cx="1285208" cy="304577"/>
            <a:chOff x="2683251" y="1465095"/>
            <a:chExt cx="913976" cy="220268"/>
          </a:xfrm>
        </p:grpSpPr>
        <p:cxnSp>
          <p:nvCxnSpPr>
            <p:cNvPr id="88" name="Straight Connector 87"/>
            <p:cNvCxnSpPr/>
            <p:nvPr/>
          </p:nvCxnSpPr>
          <p:spPr>
            <a:xfrm flipH="1" flipV="1">
              <a:off x="3358173" y="1465095"/>
              <a:ext cx="239054" cy="220268"/>
            </a:xfrm>
            <a:prstGeom prst="line">
              <a:avLst/>
            </a:prstGeom>
            <a:ln w="12700" cap="rnd">
              <a:solidFill>
                <a:schemeClr val="accent4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10800000">
              <a:off x="2683251" y="1465097"/>
              <a:ext cx="674922" cy="1615"/>
            </a:xfrm>
            <a:prstGeom prst="line">
              <a:avLst/>
            </a:prstGeom>
            <a:ln w="12700" cap="rnd">
              <a:solidFill>
                <a:schemeClr val="accent4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 Placeholder 3"/>
          <p:cNvSpPr txBox="1"/>
          <p:nvPr/>
        </p:nvSpPr>
        <p:spPr>
          <a:xfrm>
            <a:off x="6687493" y="3034161"/>
            <a:ext cx="410369" cy="268279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24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70%</a:t>
            </a:r>
            <a:endParaRPr lang="en-US" sz="1600" b="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2" name="Text Placeholder 3"/>
          <p:cNvSpPr txBox="1"/>
          <p:nvPr/>
        </p:nvSpPr>
        <p:spPr>
          <a:xfrm>
            <a:off x="6181226" y="3420222"/>
            <a:ext cx="410369" cy="268279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24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65%</a:t>
            </a:r>
            <a:endParaRPr lang="en-US" sz="1600" b="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3" name="Text Placeholder 3"/>
          <p:cNvSpPr txBox="1"/>
          <p:nvPr/>
        </p:nvSpPr>
        <p:spPr>
          <a:xfrm>
            <a:off x="5633387" y="3724799"/>
            <a:ext cx="410369" cy="268279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24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0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75%</a:t>
            </a:r>
            <a:endParaRPr lang="en-US" sz="1600" b="0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Text Placeholder 3"/>
          <p:cNvSpPr txBox="1"/>
          <p:nvPr/>
        </p:nvSpPr>
        <p:spPr>
          <a:xfrm>
            <a:off x="5111020" y="4104011"/>
            <a:ext cx="524181" cy="268279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240" fontAlgn="auto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0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100%</a:t>
            </a:r>
            <a:endParaRPr lang="en-US" sz="1600" b="0" dirty="0">
              <a:solidFill>
                <a:schemeClr val="accent4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5" name="Freeform 46"/>
          <p:cNvSpPr>
            <a:spLocks noEditPoints="1"/>
          </p:cNvSpPr>
          <p:nvPr/>
        </p:nvSpPr>
        <p:spPr bwMode="auto">
          <a:xfrm>
            <a:off x="7345914" y="2509324"/>
            <a:ext cx="698709" cy="698709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>
              <a:lnSpc>
                <a:spcPct val="120000"/>
              </a:lnSpc>
            </a:pPr>
            <a:endParaRPr lang="en-US" sz="8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Freeform 46"/>
          <p:cNvSpPr>
            <a:spLocks noEditPoints="1"/>
          </p:cNvSpPr>
          <p:nvPr/>
        </p:nvSpPr>
        <p:spPr bwMode="auto">
          <a:xfrm>
            <a:off x="7345914" y="3540633"/>
            <a:ext cx="698709" cy="698709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>
              <a:lnSpc>
                <a:spcPct val="120000"/>
              </a:lnSpc>
            </a:pPr>
            <a:endParaRPr lang="en-US" sz="8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7" name="Freeform 46"/>
          <p:cNvSpPr>
            <a:spLocks noEditPoints="1"/>
          </p:cNvSpPr>
          <p:nvPr/>
        </p:nvSpPr>
        <p:spPr bwMode="auto">
          <a:xfrm>
            <a:off x="7345914" y="4558683"/>
            <a:ext cx="698709" cy="698709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>
              <a:lnSpc>
                <a:spcPct val="120000"/>
              </a:lnSpc>
            </a:pPr>
            <a:endParaRPr lang="en-US" sz="8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8" name="Freeform 46"/>
          <p:cNvSpPr>
            <a:spLocks noEditPoints="1"/>
          </p:cNvSpPr>
          <p:nvPr/>
        </p:nvSpPr>
        <p:spPr bwMode="auto">
          <a:xfrm>
            <a:off x="7345914" y="5576734"/>
            <a:ext cx="698709" cy="698709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8580" tIns="64290" rIns="128580" bIns="64290" numCol="1" anchor="t" anchorCtr="0" compatLnSpc="1"/>
          <a:lstStyle/>
          <a:p>
            <a:pPr>
              <a:lnSpc>
                <a:spcPct val="120000"/>
              </a:lnSpc>
            </a:pPr>
            <a:endParaRPr lang="en-US" sz="80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Group 30"/>
          <p:cNvGrpSpPr/>
          <p:nvPr/>
        </p:nvGrpSpPr>
        <p:grpSpPr>
          <a:xfrm>
            <a:off x="8203117" y="2512003"/>
            <a:ext cx="2466605" cy="703758"/>
            <a:chOff x="1270277" y="1233504"/>
            <a:chExt cx="3048000" cy="500478"/>
          </a:xfrm>
        </p:grpSpPr>
        <p:sp>
          <p:nvSpPr>
            <p:cNvPr id="100" name="Text Placeholder 3"/>
            <p:cNvSpPr txBox="1"/>
            <p:nvPr/>
          </p:nvSpPr>
          <p:spPr>
            <a:xfrm>
              <a:off x="1270277" y="1233504"/>
              <a:ext cx="1552979" cy="167987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 fontAlgn="auto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mtClean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1" name="Text Placeholder 3"/>
            <p:cNvSpPr txBox="1"/>
            <p:nvPr/>
          </p:nvSpPr>
          <p:spPr>
            <a:xfrm>
              <a:off x="1270277" y="1418801"/>
              <a:ext cx="3048000" cy="31518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Group 30"/>
          <p:cNvGrpSpPr/>
          <p:nvPr/>
        </p:nvGrpSpPr>
        <p:grpSpPr>
          <a:xfrm>
            <a:off x="8203117" y="3543312"/>
            <a:ext cx="2466605" cy="703758"/>
            <a:chOff x="1270277" y="1233504"/>
            <a:chExt cx="3048000" cy="500478"/>
          </a:xfrm>
        </p:grpSpPr>
        <p:sp>
          <p:nvSpPr>
            <p:cNvPr id="103" name="Text Placeholder 3"/>
            <p:cNvSpPr txBox="1"/>
            <p:nvPr/>
          </p:nvSpPr>
          <p:spPr>
            <a:xfrm>
              <a:off x="1270277" y="1233504"/>
              <a:ext cx="1552979" cy="167987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 fontAlgn="auto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mtClean="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4" name="Text Placeholder 3"/>
            <p:cNvSpPr txBox="1"/>
            <p:nvPr/>
          </p:nvSpPr>
          <p:spPr>
            <a:xfrm>
              <a:off x="1270277" y="1418801"/>
              <a:ext cx="3048000" cy="31518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Group 30"/>
          <p:cNvGrpSpPr/>
          <p:nvPr/>
        </p:nvGrpSpPr>
        <p:grpSpPr>
          <a:xfrm>
            <a:off x="8203117" y="4561362"/>
            <a:ext cx="2466605" cy="703758"/>
            <a:chOff x="1270277" y="1233504"/>
            <a:chExt cx="3048000" cy="500478"/>
          </a:xfrm>
        </p:grpSpPr>
        <p:sp>
          <p:nvSpPr>
            <p:cNvPr id="106" name="Text Placeholder 3"/>
            <p:cNvSpPr txBox="1"/>
            <p:nvPr/>
          </p:nvSpPr>
          <p:spPr>
            <a:xfrm>
              <a:off x="1270277" y="1233504"/>
              <a:ext cx="1552979" cy="167987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 fontAlgn="auto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mtClean="0">
                  <a:solidFill>
                    <a:schemeClr val="accent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7" name="Text Placeholder 3"/>
            <p:cNvSpPr txBox="1"/>
            <p:nvPr/>
          </p:nvSpPr>
          <p:spPr>
            <a:xfrm>
              <a:off x="1270277" y="1418801"/>
              <a:ext cx="3048000" cy="31518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Group 30"/>
          <p:cNvGrpSpPr/>
          <p:nvPr/>
        </p:nvGrpSpPr>
        <p:grpSpPr>
          <a:xfrm>
            <a:off x="8203117" y="5579413"/>
            <a:ext cx="2466605" cy="703758"/>
            <a:chOff x="1270277" y="1233504"/>
            <a:chExt cx="3048000" cy="500478"/>
          </a:xfrm>
        </p:grpSpPr>
        <p:sp>
          <p:nvSpPr>
            <p:cNvPr id="109" name="Text Placeholder 3"/>
            <p:cNvSpPr txBox="1"/>
            <p:nvPr/>
          </p:nvSpPr>
          <p:spPr>
            <a:xfrm>
              <a:off x="1270277" y="1233504"/>
              <a:ext cx="1552979" cy="167987"/>
            </a:xfrm>
            <a:prstGeom prst="rect">
              <a:avLst/>
            </a:prstGeom>
          </p:spPr>
          <p:txBody>
            <a:bodyPr wrap="non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 fontAlgn="auto">
                <a:lnSpc>
                  <a:spcPct val="120000"/>
                </a:lnSpc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mtClean="0">
                  <a:solidFill>
                    <a:schemeClr val="accent4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dirty="0">
                <a:solidFill>
                  <a:schemeClr val="accent4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0" name="Text Placeholder 3"/>
            <p:cNvSpPr txBox="1"/>
            <p:nvPr/>
          </p:nvSpPr>
          <p:spPr>
            <a:xfrm>
              <a:off x="1270277" y="1418801"/>
              <a:ext cx="3048000" cy="315181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24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5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52" grpId="0" animBg="1"/>
      <p:bldP spid="91" grpId="0"/>
      <p:bldP spid="92" grpId="0"/>
      <p:bldP spid="93" grpId="0"/>
      <p:bldP spid="94" grpId="0"/>
      <p:bldP spid="95" grpId="0" animBg="1"/>
      <p:bldP spid="96" grpId="0" animBg="1"/>
      <p:bldP spid="97" grpId="0" animBg="1"/>
      <p:bldP spid="9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4297306" y="2096708"/>
            <a:ext cx="4209429" cy="4209427"/>
            <a:chOff x="4297306" y="2096708"/>
            <a:chExt cx="4209429" cy="4209427"/>
          </a:xfrm>
          <a:solidFill>
            <a:schemeClr val="accent5"/>
          </a:solidFill>
        </p:grpSpPr>
        <p:sp>
          <p:nvSpPr>
            <p:cNvPr id="43" name="任意多边形 42"/>
            <p:cNvSpPr/>
            <p:nvPr/>
          </p:nvSpPr>
          <p:spPr>
            <a:xfrm>
              <a:off x="5899445" y="3698845"/>
              <a:ext cx="1005151" cy="1005151"/>
            </a:xfrm>
            <a:custGeom>
              <a:avLst/>
              <a:gdLst>
                <a:gd name="connsiteX0" fmla="*/ 0 w 1005151"/>
                <a:gd name="connsiteY0" fmla="*/ 502576 h 1005151"/>
                <a:gd name="connsiteX1" fmla="*/ 502576 w 1005151"/>
                <a:gd name="connsiteY1" fmla="*/ 0 h 1005151"/>
                <a:gd name="connsiteX2" fmla="*/ 1005152 w 1005151"/>
                <a:gd name="connsiteY2" fmla="*/ 502576 h 1005151"/>
                <a:gd name="connsiteX3" fmla="*/ 502576 w 1005151"/>
                <a:gd name="connsiteY3" fmla="*/ 1005152 h 1005151"/>
                <a:gd name="connsiteX4" fmla="*/ 0 w 1005151"/>
                <a:gd name="connsiteY4" fmla="*/ 502576 h 100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5151" h="1005151">
                  <a:moveTo>
                    <a:pt x="0" y="502576"/>
                  </a:moveTo>
                  <a:cubicBezTo>
                    <a:pt x="0" y="225011"/>
                    <a:pt x="225011" y="0"/>
                    <a:pt x="502576" y="0"/>
                  </a:cubicBezTo>
                  <a:cubicBezTo>
                    <a:pt x="780141" y="0"/>
                    <a:pt x="1005152" y="225011"/>
                    <a:pt x="1005152" y="502576"/>
                  </a:cubicBezTo>
                  <a:cubicBezTo>
                    <a:pt x="1005152" y="780141"/>
                    <a:pt x="780141" y="1005152"/>
                    <a:pt x="502576" y="1005152"/>
                  </a:cubicBezTo>
                  <a:cubicBezTo>
                    <a:pt x="225011" y="1005152"/>
                    <a:pt x="0" y="780141"/>
                    <a:pt x="0" y="502576"/>
                  </a:cubicBezTo>
                  <a:close/>
                </a:path>
              </a:pathLst>
            </a:custGeom>
            <a:solidFill>
              <a:schemeClr val="accent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157361" tIns="157361" rIns="157361" bIns="157361" numCol="1" spcCol="1270" anchor="ctr" anchorCtr="0">
              <a:noAutofit/>
            </a:bodyPr>
            <a:lstStyle/>
            <a:p>
              <a:pPr lvl="0" algn="ctr" defTabSz="355600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</a:pPr>
              <a:endParaRPr lang="id-ID" sz="1400" b="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5648162" y="2096708"/>
              <a:ext cx="1507716" cy="1507716"/>
            </a:xfrm>
            <a:custGeom>
              <a:avLst/>
              <a:gdLst>
                <a:gd name="connsiteX0" fmla="*/ 0 w 1507716"/>
                <a:gd name="connsiteY0" fmla="*/ 753858 h 1507716"/>
                <a:gd name="connsiteX1" fmla="*/ 753858 w 1507716"/>
                <a:gd name="connsiteY1" fmla="*/ 0 h 1507716"/>
                <a:gd name="connsiteX2" fmla="*/ 1507716 w 1507716"/>
                <a:gd name="connsiteY2" fmla="*/ 753858 h 1507716"/>
                <a:gd name="connsiteX3" fmla="*/ 753858 w 1507716"/>
                <a:gd name="connsiteY3" fmla="*/ 1507716 h 1507716"/>
                <a:gd name="connsiteX4" fmla="*/ 0 w 1507716"/>
                <a:gd name="connsiteY4" fmla="*/ 753858 h 150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716" h="1507716">
                  <a:moveTo>
                    <a:pt x="0" y="753858"/>
                  </a:moveTo>
                  <a:cubicBezTo>
                    <a:pt x="0" y="337514"/>
                    <a:pt x="337514" y="0"/>
                    <a:pt x="753858" y="0"/>
                  </a:cubicBezTo>
                  <a:cubicBezTo>
                    <a:pt x="1170202" y="0"/>
                    <a:pt x="1507716" y="337514"/>
                    <a:pt x="1507716" y="753858"/>
                  </a:cubicBezTo>
                  <a:cubicBezTo>
                    <a:pt x="1507716" y="1170202"/>
                    <a:pt x="1170202" y="1507716"/>
                    <a:pt x="753858" y="1507716"/>
                  </a:cubicBezTo>
                  <a:cubicBezTo>
                    <a:pt x="337514" y="1507716"/>
                    <a:pt x="0" y="1170202"/>
                    <a:pt x="0" y="7538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0960" tIns="230960" rIns="230960" bIns="230960" numCol="1" spcCol="1270" anchor="ctr" anchorCtr="0">
              <a:noAutofit/>
            </a:bodyPr>
            <a:lstStyle/>
            <a:p>
              <a:pPr lvl="0" algn="ctr" defTabSz="355600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</a:pPr>
              <a:endParaRPr lang="id-ID" sz="140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6999019" y="3447563"/>
              <a:ext cx="1507716" cy="1507716"/>
            </a:xfrm>
            <a:custGeom>
              <a:avLst/>
              <a:gdLst>
                <a:gd name="connsiteX0" fmla="*/ 0 w 1507716"/>
                <a:gd name="connsiteY0" fmla="*/ 753858 h 1507716"/>
                <a:gd name="connsiteX1" fmla="*/ 753858 w 1507716"/>
                <a:gd name="connsiteY1" fmla="*/ 0 h 1507716"/>
                <a:gd name="connsiteX2" fmla="*/ 1507716 w 1507716"/>
                <a:gd name="connsiteY2" fmla="*/ 753858 h 1507716"/>
                <a:gd name="connsiteX3" fmla="*/ 753858 w 1507716"/>
                <a:gd name="connsiteY3" fmla="*/ 1507716 h 1507716"/>
                <a:gd name="connsiteX4" fmla="*/ 0 w 1507716"/>
                <a:gd name="connsiteY4" fmla="*/ 753858 h 150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716" h="1507716">
                  <a:moveTo>
                    <a:pt x="0" y="753858"/>
                  </a:moveTo>
                  <a:cubicBezTo>
                    <a:pt x="0" y="337514"/>
                    <a:pt x="337514" y="0"/>
                    <a:pt x="753858" y="0"/>
                  </a:cubicBezTo>
                  <a:cubicBezTo>
                    <a:pt x="1170202" y="0"/>
                    <a:pt x="1507716" y="337514"/>
                    <a:pt x="1507716" y="753858"/>
                  </a:cubicBezTo>
                  <a:cubicBezTo>
                    <a:pt x="1507716" y="1170202"/>
                    <a:pt x="1170202" y="1507716"/>
                    <a:pt x="753858" y="1507716"/>
                  </a:cubicBezTo>
                  <a:cubicBezTo>
                    <a:pt x="337514" y="1507716"/>
                    <a:pt x="0" y="1170202"/>
                    <a:pt x="0" y="7538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0960" tIns="230960" rIns="230960" bIns="230960" numCol="1" spcCol="1270" anchor="ctr" anchorCtr="0">
              <a:noAutofit/>
            </a:bodyPr>
            <a:lstStyle/>
            <a:p>
              <a:pPr lvl="0" algn="ctr" defTabSz="355600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</a:pPr>
              <a:endParaRPr lang="id-ID" sz="140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5648162" y="4798419"/>
              <a:ext cx="1507716" cy="1507716"/>
            </a:xfrm>
            <a:custGeom>
              <a:avLst/>
              <a:gdLst>
                <a:gd name="connsiteX0" fmla="*/ 0 w 1507716"/>
                <a:gd name="connsiteY0" fmla="*/ 753858 h 1507716"/>
                <a:gd name="connsiteX1" fmla="*/ 753858 w 1507716"/>
                <a:gd name="connsiteY1" fmla="*/ 0 h 1507716"/>
                <a:gd name="connsiteX2" fmla="*/ 1507716 w 1507716"/>
                <a:gd name="connsiteY2" fmla="*/ 753858 h 1507716"/>
                <a:gd name="connsiteX3" fmla="*/ 753858 w 1507716"/>
                <a:gd name="connsiteY3" fmla="*/ 1507716 h 1507716"/>
                <a:gd name="connsiteX4" fmla="*/ 0 w 1507716"/>
                <a:gd name="connsiteY4" fmla="*/ 753858 h 150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716" h="1507716">
                  <a:moveTo>
                    <a:pt x="0" y="753858"/>
                  </a:moveTo>
                  <a:cubicBezTo>
                    <a:pt x="0" y="337514"/>
                    <a:pt x="337514" y="0"/>
                    <a:pt x="753858" y="0"/>
                  </a:cubicBezTo>
                  <a:cubicBezTo>
                    <a:pt x="1170202" y="0"/>
                    <a:pt x="1507716" y="337514"/>
                    <a:pt x="1507716" y="753858"/>
                  </a:cubicBezTo>
                  <a:cubicBezTo>
                    <a:pt x="1507716" y="1170202"/>
                    <a:pt x="1170202" y="1507716"/>
                    <a:pt x="753858" y="1507716"/>
                  </a:cubicBezTo>
                  <a:cubicBezTo>
                    <a:pt x="337514" y="1507716"/>
                    <a:pt x="0" y="1170202"/>
                    <a:pt x="0" y="753858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0960" tIns="230960" rIns="230960" bIns="230960" numCol="1" spcCol="1270" anchor="ctr" anchorCtr="0">
              <a:noAutofit/>
            </a:bodyPr>
            <a:lstStyle/>
            <a:p>
              <a:pPr lvl="0" algn="ctr" defTabSz="355600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</a:pPr>
              <a:endParaRPr lang="id-ID" sz="140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4297306" y="3447563"/>
              <a:ext cx="1507716" cy="1507716"/>
            </a:xfrm>
            <a:custGeom>
              <a:avLst/>
              <a:gdLst>
                <a:gd name="connsiteX0" fmla="*/ 0 w 1507716"/>
                <a:gd name="connsiteY0" fmla="*/ 753858 h 1507716"/>
                <a:gd name="connsiteX1" fmla="*/ 753858 w 1507716"/>
                <a:gd name="connsiteY1" fmla="*/ 0 h 1507716"/>
                <a:gd name="connsiteX2" fmla="*/ 1507716 w 1507716"/>
                <a:gd name="connsiteY2" fmla="*/ 753858 h 1507716"/>
                <a:gd name="connsiteX3" fmla="*/ 753858 w 1507716"/>
                <a:gd name="connsiteY3" fmla="*/ 1507716 h 1507716"/>
                <a:gd name="connsiteX4" fmla="*/ 0 w 1507716"/>
                <a:gd name="connsiteY4" fmla="*/ 753858 h 150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716" h="1507716">
                  <a:moveTo>
                    <a:pt x="0" y="753858"/>
                  </a:moveTo>
                  <a:cubicBezTo>
                    <a:pt x="0" y="337514"/>
                    <a:pt x="337514" y="0"/>
                    <a:pt x="753858" y="0"/>
                  </a:cubicBezTo>
                  <a:cubicBezTo>
                    <a:pt x="1170202" y="0"/>
                    <a:pt x="1507716" y="337514"/>
                    <a:pt x="1507716" y="753858"/>
                  </a:cubicBezTo>
                  <a:cubicBezTo>
                    <a:pt x="1507716" y="1170202"/>
                    <a:pt x="1170202" y="1507716"/>
                    <a:pt x="753858" y="1507716"/>
                  </a:cubicBezTo>
                  <a:cubicBezTo>
                    <a:pt x="337514" y="1507716"/>
                    <a:pt x="0" y="1170202"/>
                    <a:pt x="0" y="753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0960" tIns="230960" rIns="230960" bIns="230960" numCol="1" spcCol="1270" anchor="ctr" anchorCtr="0">
              <a:noAutofit/>
            </a:bodyPr>
            <a:lstStyle/>
            <a:p>
              <a:pPr lvl="0" algn="ctr" defTabSz="355600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</a:pPr>
              <a:endParaRPr lang="id-ID" sz="140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" name="Oval 4"/>
          <p:cNvSpPr/>
          <p:nvPr/>
        </p:nvSpPr>
        <p:spPr>
          <a:xfrm>
            <a:off x="6029036" y="2404059"/>
            <a:ext cx="747921" cy="7479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spcFirstLastPara="0" vert="horz" wrap="square" lIns="150876" tIns="58933" rIns="150876" bIns="58933" numCol="1" spcCol="1270" anchor="ctr" anchorCtr="0">
            <a:noAutofit/>
          </a:bodyPr>
          <a:lstStyle/>
          <a:p>
            <a:pPr algn="just" defTabSz="206248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id-ID" sz="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7387778" y="3768702"/>
            <a:ext cx="747922" cy="7479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spcFirstLastPara="0" vert="horz" wrap="square" lIns="150876" tIns="58933" rIns="150876" bIns="58933" numCol="1" spcCol="1270" anchor="ctr" anchorCtr="0">
            <a:noAutofit/>
          </a:bodyPr>
          <a:lstStyle/>
          <a:p>
            <a:pPr algn="just" defTabSz="206248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id-ID" sz="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Oval 4"/>
          <p:cNvSpPr/>
          <p:nvPr/>
        </p:nvSpPr>
        <p:spPr>
          <a:xfrm>
            <a:off x="4675771" y="3768700"/>
            <a:ext cx="747922" cy="74792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spcFirstLastPara="0" vert="horz" wrap="square" lIns="150876" tIns="58933" rIns="150876" bIns="58933" numCol="1" spcCol="1270" anchor="ctr" anchorCtr="0">
            <a:noAutofit/>
          </a:bodyPr>
          <a:lstStyle/>
          <a:p>
            <a:pPr lv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id-ID" sz="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Oval 4"/>
          <p:cNvSpPr/>
          <p:nvPr/>
        </p:nvSpPr>
        <p:spPr>
          <a:xfrm>
            <a:off x="6014199" y="3753864"/>
            <a:ext cx="747922" cy="74792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spcFirstLastPara="0" vert="horz" wrap="square" lIns="150876" tIns="58933" rIns="150876" bIns="58933" numCol="1" spcCol="1270" anchor="ctr" anchorCtr="0">
            <a:noAutofit/>
          </a:bodyPr>
          <a:lstStyle/>
          <a:p>
            <a:pPr algn="just" defTabSz="206248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id-ID" sz="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 flipH="1" flipV="1">
            <a:off x="7702469" y="2335335"/>
            <a:ext cx="1106594" cy="988047"/>
          </a:xfrm>
          <a:prstGeom prst="bentConnector3">
            <a:avLst>
              <a:gd name="adj1" fmla="val 99606"/>
            </a:avLst>
          </a:prstGeom>
          <a:ln w="6350">
            <a:solidFill>
              <a:schemeClr val="bg2">
                <a:lumMod val="75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/>
          <p:nvPr/>
        </p:nvCxnSpPr>
        <p:spPr>
          <a:xfrm rot="10800000" flipV="1">
            <a:off x="4051540" y="5014639"/>
            <a:ext cx="998192" cy="310373"/>
          </a:xfrm>
          <a:prstGeom prst="bentConnector3">
            <a:avLst>
              <a:gd name="adj1" fmla="val 952"/>
            </a:avLst>
          </a:prstGeom>
          <a:ln w="6350">
            <a:solidFill>
              <a:schemeClr val="bg2">
                <a:lumMod val="75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10800000">
            <a:off x="4051542" y="2282072"/>
            <a:ext cx="1491552" cy="547288"/>
          </a:xfrm>
          <a:prstGeom prst="bentConnector3">
            <a:avLst>
              <a:gd name="adj1" fmla="val 30106"/>
            </a:avLst>
          </a:prstGeom>
          <a:ln w="6350">
            <a:solidFill>
              <a:schemeClr val="bg2">
                <a:lumMod val="75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flipV="1">
            <a:off x="7221602" y="5325013"/>
            <a:ext cx="1527194" cy="217326"/>
          </a:xfrm>
          <a:prstGeom prst="bentConnector3">
            <a:avLst>
              <a:gd name="adj1" fmla="val 36399"/>
            </a:avLst>
          </a:prstGeom>
          <a:ln w="6350">
            <a:solidFill>
              <a:schemeClr val="bg2">
                <a:lumMod val="75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3"/>
          <p:cNvSpPr txBox="1"/>
          <p:nvPr/>
        </p:nvSpPr>
        <p:spPr>
          <a:xfrm>
            <a:off x="8260244" y="2309893"/>
            <a:ext cx="2448420" cy="897482"/>
          </a:xfrm>
          <a:prstGeom prst="rect">
            <a:avLst/>
          </a:prstGeom>
        </p:spPr>
        <p:txBody>
          <a:bodyPr vert="horz" lIns="96435" tIns="48218" rIns="96435" bIns="48218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Title 13"/>
          <p:cNvSpPr txBox="1"/>
          <p:nvPr/>
        </p:nvSpPr>
        <p:spPr>
          <a:xfrm>
            <a:off x="8260244" y="5369928"/>
            <a:ext cx="2448420" cy="897482"/>
          </a:xfrm>
          <a:prstGeom prst="rect">
            <a:avLst/>
          </a:prstGeom>
        </p:spPr>
        <p:txBody>
          <a:bodyPr vert="horz" lIns="96435" tIns="48218" rIns="96435" bIns="48218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Title 13"/>
          <p:cNvSpPr txBox="1"/>
          <p:nvPr/>
        </p:nvSpPr>
        <p:spPr>
          <a:xfrm>
            <a:off x="2057206" y="2309893"/>
            <a:ext cx="2448420" cy="897482"/>
          </a:xfrm>
          <a:prstGeom prst="rect">
            <a:avLst/>
          </a:prstGeom>
        </p:spPr>
        <p:txBody>
          <a:bodyPr vert="horz" lIns="96435" tIns="48218" rIns="96435" bIns="48218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Title 13"/>
          <p:cNvSpPr txBox="1"/>
          <p:nvPr/>
        </p:nvSpPr>
        <p:spPr>
          <a:xfrm>
            <a:off x="2057206" y="5369928"/>
            <a:ext cx="2448420" cy="897482"/>
          </a:xfrm>
          <a:prstGeom prst="rect">
            <a:avLst/>
          </a:prstGeom>
        </p:spPr>
        <p:txBody>
          <a:bodyPr vert="horz" lIns="96435" tIns="48218" rIns="96435" bIns="48218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4708570" y="3949462"/>
            <a:ext cx="682324" cy="503919"/>
            <a:chOff x="3052763" y="2647950"/>
            <a:chExt cx="346075" cy="255588"/>
          </a:xfrm>
          <a:solidFill>
            <a:schemeClr val="bg1"/>
          </a:solidFill>
        </p:grpSpPr>
        <p:sp>
          <p:nvSpPr>
            <p:cNvPr id="20" name="Freeform 108"/>
            <p:cNvSpPr/>
            <p:nvPr/>
          </p:nvSpPr>
          <p:spPr bwMode="auto">
            <a:xfrm>
              <a:off x="3175000" y="2825750"/>
              <a:ext cx="100013" cy="77788"/>
            </a:xfrm>
            <a:custGeom>
              <a:avLst/>
              <a:gdLst>
                <a:gd name="T0" fmla="*/ 36 w 38"/>
                <a:gd name="T1" fmla="*/ 11 h 30"/>
                <a:gd name="T2" fmla="*/ 1 w 38"/>
                <a:gd name="T3" fmla="*/ 11 h 30"/>
                <a:gd name="T4" fmla="*/ 1 w 38"/>
                <a:gd name="T5" fmla="*/ 13 h 30"/>
                <a:gd name="T6" fmla="*/ 19 w 38"/>
                <a:gd name="T7" fmla="*/ 30 h 30"/>
                <a:gd name="T8" fmla="*/ 36 w 38"/>
                <a:gd name="T9" fmla="*/ 13 h 30"/>
                <a:gd name="T10" fmla="*/ 36 w 38"/>
                <a:gd name="T11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0">
                  <a:moveTo>
                    <a:pt x="36" y="11"/>
                  </a:moveTo>
                  <a:cubicBezTo>
                    <a:pt x="26" y="1"/>
                    <a:pt x="12" y="0"/>
                    <a:pt x="1" y="11"/>
                  </a:cubicBezTo>
                  <a:cubicBezTo>
                    <a:pt x="0" y="11"/>
                    <a:pt x="0" y="12"/>
                    <a:pt x="1" y="13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12"/>
                    <a:pt x="37" y="11"/>
                    <a:pt x="3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Freeform 109"/>
            <p:cNvSpPr/>
            <p:nvPr/>
          </p:nvSpPr>
          <p:spPr bwMode="auto">
            <a:xfrm>
              <a:off x="3109913" y="2736850"/>
              <a:ext cx="230188" cy="101600"/>
            </a:xfrm>
            <a:custGeom>
              <a:avLst/>
              <a:gdLst>
                <a:gd name="T0" fmla="*/ 87 w 88"/>
                <a:gd name="T1" fmla="*/ 24 h 39"/>
                <a:gd name="T2" fmla="*/ 0 w 88"/>
                <a:gd name="T3" fmla="*/ 24 h 39"/>
                <a:gd name="T4" fmla="*/ 0 w 88"/>
                <a:gd name="T5" fmla="*/ 26 h 39"/>
                <a:gd name="T6" fmla="*/ 13 w 88"/>
                <a:gd name="T7" fmla="*/ 38 h 39"/>
                <a:gd name="T8" fmla="*/ 15 w 88"/>
                <a:gd name="T9" fmla="*/ 38 h 39"/>
                <a:gd name="T10" fmla="*/ 73 w 88"/>
                <a:gd name="T11" fmla="*/ 38 h 39"/>
                <a:gd name="T12" fmla="*/ 75 w 88"/>
                <a:gd name="T13" fmla="*/ 38 h 39"/>
                <a:gd name="T14" fmla="*/ 87 w 88"/>
                <a:gd name="T15" fmla="*/ 26 h 39"/>
                <a:gd name="T16" fmla="*/ 87 w 88"/>
                <a:gd name="T17" fmla="*/ 26 h 39"/>
                <a:gd name="T18" fmla="*/ 87 w 88"/>
                <a:gd name="T19" fmla="*/ 2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39">
                  <a:moveTo>
                    <a:pt x="87" y="24"/>
                  </a:moveTo>
                  <a:cubicBezTo>
                    <a:pt x="63" y="0"/>
                    <a:pt x="24" y="0"/>
                    <a:pt x="0" y="24"/>
                  </a:cubicBezTo>
                  <a:cubicBezTo>
                    <a:pt x="0" y="24"/>
                    <a:pt x="0" y="25"/>
                    <a:pt x="0" y="26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4" y="39"/>
                    <a:pt x="15" y="38"/>
                  </a:cubicBezTo>
                  <a:cubicBezTo>
                    <a:pt x="31" y="22"/>
                    <a:pt x="57" y="22"/>
                    <a:pt x="73" y="38"/>
                  </a:cubicBezTo>
                  <a:cubicBezTo>
                    <a:pt x="73" y="39"/>
                    <a:pt x="74" y="39"/>
                    <a:pt x="75" y="38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8" y="25"/>
                    <a:pt x="88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Freeform 110"/>
            <p:cNvSpPr/>
            <p:nvPr/>
          </p:nvSpPr>
          <p:spPr bwMode="auto">
            <a:xfrm>
              <a:off x="3052763" y="2647950"/>
              <a:ext cx="346075" cy="134938"/>
            </a:xfrm>
            <a:custGeom>
              <a:avLst/>
              <a:gdLst>
                <a:gd name="T0" fmla="*/ 131 w 132"/>
                <a:gd name="T1" fmla="*/ 36 h 52"/>
                <a:gd name="T2" fmla="*/ 131 w 132"/>
                <a:gd name="T3" fmla="*/ 36 h 52"/>
                <a:gd name="T4" fmla="*/ 1 w 132"/>
                <a:gd name="T5" fmla="*/ 36 h 52"/>
                <a:gd name="T6" fmla="*/ 1 w 132"/>
                <a:gd name="T7" fmla="*/ 38 h 52"/>
                <a:gd name="T8" fmla="*/ 13 w 132"/>
                <a:gd name="T9" fmla="*/ 51 h 52"/>
                <a:gd name="T10" fmla="*/ 16 w 132"/>
                <a:gd name="T11" fmla="*/ 51 h 52"/>
                <a:gd name="T12" fmla="*/ 116 w 132"/>
                <a:gd name="T13" fmla="*/ 51 h 52"/>
                <a:gd name="T14" fmla="*/ 118 w 132"/>
                <a:gd name="T15" fmla="*/ 51 h 52"/>
                <a:gd name="T16" fmla="*/ 131 w 132"/>
                <a:gd name="T17" fmla="*/ 38 h 52"/>
                <a:gd name="T18" fmla="*/ 131 w 132"/>
                <a:gd name="T19" fmla="*/ 38 h 52"/>
                <a:gd name="T20" fmla="*/ 131 w 132"/>
                <a:gd name="T21" fmla="*/ 3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" h="52">
                  <a:moveTo>
                    <a:pt x="131" y="36"/>
                  </a:moveTo>
                  <a:cubicBezTo>
                    <a:pt x="131" y="36"/>
                    <a:pt x="131" y="36"/>
                    <a:pt x="131" y="36"/>
                  </a:cubicBezTo>
                  <a:cubicBezTo>
                    <a:pt x="95" y="0"/>
                    <a:pt x="36" y="0"/>
                    <a:pt x="1" y="36"/>
                  </a:cubicBezTo>
                  <a:cubicBezTo>
                    <a:pt x="0" y="37"/>
                    <a:pt x="0" y="38"/>
                    <a:pt x="1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2"/>
                    <a:pt x="15" y="52"/>
                    <a:pt x="16" y="51"/>
                  </a:cubicBezTo>
                  <a:cubicBezTo>
                    <a:pt x="43" y="23"/>
                    <a:pt x="88" y="23"/>
                    <a:pt x="116" y="51"/>
                  </a:cubicBezTo>
                  <a:cubicBezTo>
                    <a:pt x="117" y="52"/>
                    <a:pt x="118" y="52"/>
                    <a:pt x="118" y="51"/>
                  </a:cubicBezTo>
                  <a:cubicBezTo>
                    <a:pt x="131" y="38"/>
                    <a:pt x="131" y="38"/>
                    <a:pt x="131" y="38"/>
                  </a:cubicBezTo>
                  <a:cubicBezTo>
                    <a:pt x="131" y="38"/>
                    <a:pt x="131" y="38"/>
                    <a:pt x="131" y="38"/>
                  </a:cubicBezTo>
                  <a:cubicBezTo>
                    <a:pt x="132" y="38"/>
                    <a:pt x="132" y="37"/>
                    <a:pt x="13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230932" y="2395643"/>
            <a:ext cx="342177" cy="429037"/>
            <a:chOff x="5106627" y="2260366"/>
            <a:chExt cx="324452" cy="406813"/>
          </a:xfrm>
          <a:solidFill>
            <a:schemeClr val="bg1"/>
          </a:solidFill>
        </p:grpSpPr>
        <p:sp>
          <p:nvSpPr>
            <p:cNvPr id="24" name="Freeform 80"/>
            <p:cNvSpPr/>
            <p:nvPr/>
          </p:nvSpPr>
          <p:spPr bwMode="auto">
            <a:xfrm>
              <a:off x="5106627" y="2430079"/>
              <a:ext cx="324452" cy="134772"/>
            </a:xfrm>
            <a:custGeom>
              <a:avLst/>
              <a:gdLst>
                <a:gd name="T0" fmla="*/ 49 w 98"/>
                <a:gd name="T1" fmla="*/ 16 h 40"/>
                <a:gd name="T2" fmla="*/ 2 w 98"/>
                <a:gd name="T3" fmla="*/ 0 h 40"/>
                <a:gd name="T4" fmla="*/ 0 w 98"/>
                <a:gd name="T5" fmla="*/ 5 h 40"/>
                <a:gd name="T6" fmla="*/ 0 w 98"/>
                <a:gd name="T7" fmla="*/ 20 h 40"/>
                <a:gd name="T8" fmla="*/ 49 w 98"/>
                <a:gd name="T9" fmla="*/ 40 h 40"/>
                <a:gd name="T10" fmla="*/ 98 w 98"/>
                <a:gd name="T11" fmla="*/ 20 h 40"/>
                <a:gd name="T12" fmla="*/ 98 w 98"/>
                <a:gd name="T13" fmla="*/ 5 h 40"/>
                <a:gd name="T14" fmla="*/ 96 w 98"/>
                <a:gd name="T15" fmla="*/ 0 h 40"/>
                <a:gd name="T16" fmla="*/ 49 w 98"/>
                <a:gd name="T17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40">
                  <a:moveTo>
                    <a:pt x="49" y="16"/>
                  </a:moveTo>
                  <a:cubicBezTo>
                    <a:pt x="26" y="16"/>
                    <a:pt x="7" y="9"/>
                    <a:pt x="2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1"/>
                    <a:pt x="22" y="40"/>
                    <a:pt x="49" y="40"/>
                  </a:cubicBezTo>
                  <a:cubicBezTo>
                    <a:pt x="76" y="40"/>
                    <a:pt x="98" y="31"/>
                    <a:pt x="98" y="20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8" y="3"/>
                    <a:pt x="97" y="2"/>
                    <a:pt x="96" y="0"/>
                  </a:cubicBezTo>
                  <a:cubicBezTo>
                    <a:pt x="91" y="9"/>
                    <a:pt x="72" y="16"/>
                    <a:pt x="49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Freeform 81"/>
            <p:cNvSpPr/>
            <p:nvPr/>
          </p:nvSpPr>
          <p:spPr bwMode="auto">
            <a:xfrm>
              <a:off x="5106627" y="2534902"/>
              <a:ext cx="324452" cy="132277"/>
            </a:xfrm>
            <a:custGeom>
              <a:avLst/>
              <a:gdLst>
                <a:gd name="T0" fmla="*/ 49 w 98"/>
                <a:gd name="T1" fmla="*/ 15 h 40"/>
                <a:gd name="T2" fmla="*/ 2 w 98"/>
                <a:gd name="T3" fmla="*/ 0 h 40"/>
                <a:gd name="T4" fmla="*/ 0 w 98"/>
                <a:gd name="T5" fmla="*/ 4 h 40"/>
                <a:gd name="T6" fmla="*/ 0 w 98"/>
                <a:gd name="T7" fmla="*/ 19 h 40"/>
                <a:gd name="T8" fmla="*/ 49 w 98"/>
                <a:gd name="T9" fmla="*/ 40 h 40"/>
                <a:gd name="T10" fmla="*/ 98 w 98"/>
                <a:gd name="T11" fmla="*/ 19 h 40"/>
                <a:gd name="T12" fmla="*/ 98 w 98"/>
                <a:gd name="T13" fmla="*/ 4 h 40"/>
                <a:gd name="T14" fmla="*/ 96 w 98"/>
                <a:gd name="T15" fmla="*/ 0 h 40"/>
                <a:gd name="T16" fmla="*/ 49 w 98"/>
                <a:gd name="T17" fmla="*/ 1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40">
                  <a:moveTo>
                    <a:pt x="49" y="15"/>
                  </a:moveTo>
                  <a:cubicBezTo>
                    <a:pt x="26" y="15"/>
                    <a:pt x="7" y="9"/>
                    <a:pt x="2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31"/>
                    <a:pt x="22" y="40"/>
                    <a:pt x="49" y="40"/>
                  </a:cubicBezTo>
                  <a:cubicBezTo>
                    <a:pt x="76" y="40"/>
                    <a:pt x="98" y="31"/>
                    <a:pt x="98" y="19"/>
                  </a:cubicBezTo>
                  <a:cubicBezTo>
                    <a:pt x="98" y="4"/>
                    <a:pt x="98" y="4"/>
                    <a:pt x="98" y="4"/>
                  </a:cubicBezTo>
                  <a:cubicBezTo>
                    <a:pt x="98" y="3"/>
                    <a:pt x="97" y="1"/>
                    <a:pt x="96" y="0"/>
                  </a:cubicBezTo>
                  <a:cubicBezTo>
                    <a:pt x="91" y="9"/>
                    <a:pt x="72" y="15"/>
                    <a:pt x="49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Freeform 82"/>
            <p:cNvSpPr/>
            <p:nvPr/>
          </p:nvSpPr>
          <p:spPr bwMode="auto">
            <a:xfrm>
              <a:off x="5106627" y="2330248"/>
              <a:ext cx="324452" cy="137269"/>
            </a:xfrm>
            <a:custGeom>
              <a:avLst/>
              <a:gdLst>
                <a:gd name="T0" fmla="*/ 96 w 98"/>
                <a:gd name="T1" fmla="*/ 0 h 41"/>
                <a:gd name="T2" fmla="*/ 49 w 98"/>
                <a:gd name="T3" fmla="*/ 15 h 41"/>
                <a:gd name="T4" fmla="*/ 2 w 98"/>
                <a:gd name="T5" fmla="*/ 0 h 41"/>
                <a:gd name="T6" fmla="*/ 0 w 98"/>
                <a:gd name="T7" fmla="*/ 5 h 41"/>
                <a:gd name="T8" fmla="*/ 0 w 98"/>
                <a:gd name="T9" fmla="*/ 20 h 41"/>
                <a:gd name="T10" fmla="*/ 49 w 98"/>
                <a:gd name="T11" fmla="*/ 41 h 41"/>
                <a:gd name="T12" fmla="*/ 98 w 98"/>
                <a:gd name="T13" fmla="*/ 20 h 41"/>
                <a:gd name="T14" fmla="*/ 98 w 98"/>
                <a:gd name="T15" fmla="*/ 5 h 41"/>
                <a:gd name="T16" fmla="*/ 96 w 98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41">
                  <a:moveTo>
                    <a:pt x="96" y="0"/>
                  </a:moveTo>
                  <a:cubicBezTo>
                    <a:pt x="95" y="9"/>
                    <a:pt x="75" y="15"/>
                    <a:pt x="49" y="15"/>
                  </a:cubicBezTo>
                  <a:cubicBezTo>
                    <a:pt x="24" y="15"/>
                    <a:pt x="3" y="9"/>
                    <a:pt x="2" y="0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1"/>
                    <a:pt x="22" y="41"/>
                    <a:pt x="49" y="41"/>
                  </a:cubicBezTo>
                  <a:cubicBezTo>
                    <a:pt x="76" y="41"/>
                    <a:pt x="98" y="31"/>
                    <a:pt x="98" y="20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8" y="3"/>
                    <a:pt x="97" y="2"/>
                    <a:pt x="9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Oval 83"/>
            <p:cNvSpPr>
              <a:spLocks noChangeArrowheads="1"/>
            </p:cNvSpPr>
            <p:nvPr/>
          </p:nvSpPr>
          <p:spPr bwMode="auto">
            <a:xfrm>
              <a:off x="5111618" y="2260366"/>
              <a:ext cx="316965" cy="10731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174536" y="3993875"/>
            <a:ext cx="454969" cy="415092"/>
            <a:chOff x="3659074" y="3351023"/>
            <a:chExt cx="424283" cy="449241"/>
          </a:xfrm>
          <a:solidFill>
            <a:schemeClr val="bg1"/>
          </a:solidFill>
        </p:grpSpPr>
        <p:sp>
          <p:nvSpPr>
            <p:cNvPr id="29" name="Freeform 47"/>
            <p:cNvSpPr/>
            <p:nvPr/>
          </p:nvSpPr>
          <p:spPr bwMode="auto">
            <a:xfrm>
              <a:off x="3659074" y="3518240"/>
              <a:ext cx="199662" cy="282024"/>
            </a:xfrm>
            <a:custGeom>
              <a:avLst/>
              <a:gdLst>
                <a:gd name="T0" fmla="*/ 43 w 60"/>
                <a:gd name="T1" fmla="*/ 49 h 85"/>
                <a:gd name="T2" fmla="*/ 44 w 60"/>
                <a:gd name="T3" fmla="*/ 40 h 85"/>
                <a:gd name="T4" fmla="*/ 32 w 60"/>
                <a:gd name="T5" fmla="*/ 4 h 85"/>
                <a:gd name="T6" fmla="*/ 26 w 60"/>
                <a:gd name="T7" fmla="*/ 2 h 85"/>
                <a:gd name="T8" fmla="*/ 12 w 60"/>
                <a:gd name="T9" fmla="*/ 7 h 85"/>
                <a:gd name="T10" fmla="*/ 4 w 60"/>
                <a:gd name="T11" fmla="*/ 22 h 85"/>
                <a:gd name="T12" fmla="*/ 9 w 60"/>
                <a:gd name="T13" fmla="*/ 37 h 85"/>
                <a:gd name="T14" fmla="*/ 25 w 60"/>
                <a:gd name="T15" fmla="*/ 46 h 85"/>
                <a:gd name="T16" fmla="*/ 31 w 60"/>
                <a:gd name="T17" fmla="*/ 52 h 85"/>
                <a:gd name="T18" fmla="*/ 41 w 60"/>
                <a:gd name="T19" fmla="*/ 80 h 85"/>
                <a:gd name="T20" fmla="*/ 46 w 60"/>
                <a:gd name="T21" fmla="*/ 83 h 85"/>
                <a:gd name="T22" fmla="*/ 49 w 60"/>
                <a:gd name="T23" fmla="*/ 70 h 85"/>
                <a:gd name="T24" fmla="*/ 43 w 60"/>
                <a:gd name="T25" fmla="*/ 4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85">
                  <a:moveTo>
                    <a:pt x="43" y="49"/>
                  </a:moveTo>
                  <a:cubicBezTo>
                    <a:pt x="43" y="49"/>
                    <a:pt x="45" y="43"/>
                    <a:pt x="44" y="40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4"/>
                    <a:pt x="31" y="0"/>
                    <a:pt x="26" y="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0" y="11"/>
                    <a:pt x="4" y="22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14" y="50"/>
                    <a:pt x="25" y="46"/>
                  </a:cubicBezTo>
                  <a:cubicBezTo>
                    <a:pt x="25" y="46"/>
                    <a:pt x="29" y="45"/>
                    <a:pt x="31" y="52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1" y="80"/>
                    <a:pt x="41" y="85"/>
                    <a:pt x="46" y="83"/>
                  </a:cubicBezTo>
                  <a:cubicBezTo>
                    <a:pt x="46" y="83"/>
                    <a:pt x="60" y="81"/>
                    <a:pt x="49" y="70"/>
                  </a:cubicBezTo>
                  <a:cubicBezTo>
                    <a:pt x="52" y="63"/>
                    <a:pt x="43" y="58"/>
                    <a:pt x="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Freeform 48"/>
            <p:cNvSpPr/>
            <p:nvPr/>
          </p:nvSpPr>
          <p:spPr bwMode="auto">
            <a:xfrm>
              <a:off x="3768888" y="3351023"/>
              <a:ext cx="272041" cy="316965"/>
            </a:xfrm>
            <a:custGeom>
              <a:avLst/>
              <a:gdLst>
                <a:gd name="T0" fmla="*/ 70 w 82"/>
                <a:gd name="T1" fmla="*/ 58 h 95"/>
                <a:gd name="T2" fmla="*/ 73 w 82"/>
                <a:gd name="T3" fmla="*/ 45 h 95"/>
                <a:gd name="T4" fmla="*/ 62 w 82"/>
                <a:gd name="T5" fmla="*/ 36 h 95"/>
                <a:gd name="T6" fmla="*/ 52 w 82"/>
                <a:gd name="T7" fmla="*/ 4 h 95"/>
                <a:gd name="T8" fmla="*/ 48 w 82"/>
                <a:gd name="T9" fmla="*/ 6 h 95"/>
                <a:gd name="T10" fmla="*/ 4 w 82"/>
                <a:gd name="T11" fmla="*/ 47 h 95"/>
                <a:gd name="T12" fmla="*/ 2 w 82"/>
                <a:gd name="T13" fmla="*/ 52 h 95"/>
                <a:gd name="T14" fmla="*/ 12 w 82"/>
                <a:gd name="T15" fmla="*/ 83 h 95"/>
                <a:gd name="T16" fmla="*/ 17 w 82"/>
                <a:gd name="T17" fmla="*/ 85 h 95"/>
                <a:gd name="T18" fmla="*/ 78 w 82"/>
                <a:gd name="T19" fmla="*/ 92 h 95"/>
                <a:gd name="T20" fmla="*/ 81 w 82"/>
                <a:gd name="T21" fmla="*/ 91 h 95"/>
                <a:gd name="T22" fmla="*/ 70 w 82"/>
                <a:gd name="T23" fmla="*/ 5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2" h="95">
                  <a:moveTo>
                    <a:pt x="70" y="58"/>
                  </a:moveTo>
                  <a:cubicBezTo>
                    <a:pt x="73" y="55"/>
                    <a:pt x="75" y="50"/>
                    <a:pt x="73" y="45"/>
                  </a:cubicBezTo>
                  <a:cubicBezTo>
                    <a:pt x="71" y="40"/>
                    <a:pt x="67" y="37"/>
                    <a:pt x="62" y="36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0" y="0"/>
                    <a:pt x="48" y="6"/>
                    <a:pt x="48" y="6"/>
                  </a:cubicBezTo>
                  <a:cubicBezTo>
                    <a:pt x="40" y="38"/>
                    <a:pt x="4" y="47"/>
                    <a:pt x="4" y="47"/>
                  </a:cubicBezTo>
                  <a:cubicBezTo>
                    <a:pt x="0" y="49"/>
                    <a:pt x="2" y="52"/>
                    <a:pt x="2" y="52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4" y="86"/>
                    <a:pt x="17" y="85"/>
                    <a:pt x="17" y="85"/>
                  </a:cubicBezTo>
                  <a:cubicBezTo>
                    <a:pt x="56" y="72"/>
                    <a:pt x="78" y="92"/>
                    <a:pt x="78" y="92"/>
                  </a:cubicBezTo>
                  <a:cubicBezTo>
                    <a:pt x="78" y="92"/>
                    <a:pt x="82" y="95"/>
                    <a:pt x="81" y="91"/>
                  </a:cubicBezTo>
                  <a:lnTo>
                    <a:pt x="7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Freeform 49"/>
            <p:cNvSpPr/>
            <p:nvPr/>
          </p:nvSpPr>
          <p:spPr bwMode="auto">
            <a:xfrm>
              <a:off x="4003491" y="3410922"/>
              <a:ext cx="44924" cy="57404"/>
            </a:xfrm>
            <a:custGeom>
              <a:avLst/>
              <a:gdLst>
                <a:gd name="T0" fmla="*/ 18 w 18"/>
                <a:gd name="T1" fmla="*/ 3 h 23"/>
                <a:gd name="T2" fmla="*/ 15 w 18"/>
                <a:gd name="T3" fmla="*/ 0 h 23"/>
                <a:gd name="T4" fmla="*/ 0 w 18"/>
                <a:gd name="T5" fmla="*/ 20 h 23"/>
                <a:gd name="T6" fmla="*/ 3 w 18"/>
                <a:gd name="T7" fmla="*/ 23 h 23"/>
                <a:gd name="T8" fmla="*/ 18 w 18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23">
                  <a:moveTo>
                    <a:pt x="18" y="3"/>
                  </a:moveTo>
                  <a:lnTo>
                    <a:pt x="15" y="0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18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Freeform 50"/>
            <p:cNvSpPr/>
            <p:nvPr/>
          </p:nvSpPr>
          <p:spPr bwMode="auto">
            <a:xfrm>
              <a:off x="4023458" y="3538206"/>
              <a:ext cx="59899" cy="37438"/>
            </a:xfrm>
            <a:custGeom>
              <a:avLst/>
              <a:gdLst>
                <a:gd name="T0" fmla="*/ 0 w 24"/>
                <a:gd name="T1" fmla="*/ 3 h 15"/>
                <a:gd name="T2" fmla="*/ 23 w 24"/>
                <a:gd name="T3" fmla="*/ 15 h 15"/>
                <a:gd name="T4" fmla="*/ 24 w 24"/>
                <a:gd name="T5" fmla="*/ 12 h 15"/>
                <a:gd name="T6" fmla="*/ 3 w 24"/>
                <a:gd name="T7" fmla="*/ 0 h 15"/>
                <a:gd name="T8" fmla="*/ 0 w 24"/>
                <a:gd name="T9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5">
                  <a:moveTo>
                    <a:pt x="0" y="3"/>
                  </a:moveTo>
                  <a:lnTo>
                    <a:pt x="23" y="15"/>
                  </a:lnTo>
                  <a:lnTo>
                    <a:pt x="24" y="12"/>
                  </a:lnTo>
                  <a:lnTo>
                    <a:pt x="3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Freeform 51"/>
            <p:cNvSpPr/>
            <p:nvPr/>
          </p:nvSpPr>
          <p:spPr bwMode="auto">
            <a:xfrm>
              <a:off x="4023458" y="3478307"/>
              <a:ext cx="59899" cy="27454"/>
            </a:xfrm>
            <a:custGeom>
              <a:avLst/>
              <a:gdLst>
                <a:gd name="T0" fmla="*/ 0 w 24"/>
                <a:gd name="T1" fmla="*/ 11 h 11"/>
                <a:gd name="T2" fmla="*/ 24 w 24"/>
                <a:gd name="T3" fmla="*/ 3 h 11"/>
                <a:gd name="T4" fmla="*/ 24 w 24"/>
                <a:gd name="T5" fmla="*/ 0 h 11"/>
                <a:gd name="T6" fmla="*/ 0 w 24"/>
                <a:gd name="T7" fmla="*/ 7 h 11"/>
                <a:gd name="T8" fmla="*/ 0 w 24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1">
                  <a:moveTo>
                    <a:pt x="0" y="11"/>
                  </a:moveTo>
                  <a:lnTo>
                    <a:pt x="24" y="3"/>
                  </a:lnTo>
                  <a:lnTo>
                    <a:pt x="24" y="0"/>
                  </a:lnTo>
                  <a:lnTo>
                    <a:pt x="0" y="7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483453" y="3996115"/>
            <a:ext cx="531889" cy="410612"/>
            <a:chOff x="6421904" y="4798576"/>
            <a:chExt cx="299494" cy="389342"/>
          </a:xfrm>
          <a:solidFill>
            <a:schemeClr val="bg1"/>
          </a:solidFill>
        </p:grpSpPr>
        <p:sp>
          <p:nvSpPr>
            <p:cNvPr id="35" name="Freeform 170"/>
            <p:cNvSpPr/>
            <p:nvPr/>
          </p:nvSpPr>
          <p:spPr bwMode="auto">
            <a:xfrm>
              <a:off x="6421904" y="4910886"/>
              <a:ext cx="299494" cy="277032"/>
            </a:xfrm>
            <a:custGeom>
              <a:avLst/>
              <a:gdLst>
                <a:gd name="T0" fmla="*/ 45 w 90"/>
                <a:gd name="T1" fmla="*/ 83 h 83"/>
                <a:gd name="T2" fmla="*/ 90 w 90"/>
                <a:gd name="T3" fmla="*/ 0 h 83"/>
                <a:gd name="T4" fmla="*/ 0 w 90"/>
                <a:gd name="T5" fmla="*/ 0 h 83"/>
                <a:gd name="T6" fmla="*/ 45 w 90"/>
                <a:gd name="T7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83">
                  <a:moveTo>
                    <a:pt x="45" y="83"/>
                  </a:moveTo>
                  <a:cubicBezTo>
                    <a:pt x="90" y="59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59"/>
                    <a:pt x="4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Freeform 171"/>
            <p:cNvSpPr/>
            <p:nvPr/>
          </p:nvSpPr>
          <p:spPr bwMode="auto">
            <a:xfrm>
              <a:off x="6421904" y="4798576"/>
              <a:ext cx="299494" cy="94840"/>
            </a:xfrm>
            <a:custGeom>
              <a:avLst/>
              <a:gdLst>
                <a:gd name="T0" fmla="*/ 84 w 90"/>
                <a:gd name="T1" fmla="*/ 0 h 29"/>
                <a:gd name="T2" fmla="*/ 68 w 90"/>
                <a:gd name="T3" fmla="*/ 16 h 29"/>
                <a:gd name="T4" fmla="*/ 52 w 90"/>
                <a:gd name="T5" fmla="*/ 0 h 29"/>
                <a:gd name="T6" fmla="*/ 39 w 90"/>
                <a:gd name="T7" fmla="*/ 0 h 29"/>
                <a:gd name="T8" fmla="*/ 23 w 90"/>
                <a:gd name="T9" fmla="*/ 16 h 29"/>
                <a:gd name="T10" fmla="*/ 7 w 90"/>
                <a:gd name="T11" fmla="*/ 0 h 29"/>
                <a:gd name="T12" fmla="*/ 0 w 90"/>
                <a:gd name="T13" fmla="*/ 0 h 29"/>
                <a:gd name="T14" fmla="*/ 0 w 90"/>
                <a:gd name="T15" fmla="*/ 29 h 29"/>
                <a:gd name="T16" fmla="*/ 90 w 90"/>
                <a:gd name="T17" fmla="*/ 29 h 29"/>
                <a:gd name="T18" fmla="*/ 90 w 90"/>
                <a:gd name="T19" fmla="*/ 0 h 29"/>
                <a:gd name="T20" fmla="*/ 84 w 90"/>
                <a:gd name="T2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29">
                  <a:moveTo>
                    <a:pt x="84" y="0"/>
                  </a:moveTo>
                  <a:cubicBezTo>
                    <a:pt x="84" y="9"/>
                    <a:pt x="77" y="16"/>
                    <a:pt x="68" y="16"/>
                  </a:cubicBezTo>
                  <a:cubicBezTo>
                    <a:pt x="59" y="16"/>
                    <a:pt x="52" y="9"/>
                    <a:pt x="52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9"/>
                    <a:pt x="32" y="16"/>
                    <a:pt x="23" y="16"/>
                  </a:cubicBezTo>
                  <a:cubicBezTo>
                    <a:pt x="14" y="16"/>
                    <a:pt x="7" y="9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0"/>
                    <a:pt x="90" y="0"/>
                    <a:pt x="90" y="0"/>
                  </a:cubicBezTo>
                  <a:lnTo>
                    <a:pt x="8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122027" y="5257941"/>
            <a:ext cx="559987" cy="588672"/>
            <a:chOff x="2905125" y="4002088"/>
            <a:chExt cx="249238" cy="244475"/>
          </a:xfrm>
          <a:solidFill>
            <a:schemeClr val="bg1"/>
          </a:solidFill>
        </p:grpSpPr>
        <p:sp>
          <p:nvSpPr>
            <p:cNvPr id="38" name="Freeform 50"/>
            <p:cNvSpPr>
              <a:spLocks noEditPoints="1"/>
            </p:cNvSpPr>
            <p:nvPr/>
          </p:nvSpPr>
          <p:spPr bwMode="auto">
            <a:xfrm>
              <a:off x="2905125" y="4002088"/>
              <a:ext cx="249238" cy="244475"/>
            </a:xfrm>
            <a:custGeom>
              <a:avLst/>
              <a:gdLst>
                <a:gd name="T0" fmla="*/ 82 w 95"/>
                <a:gd name="T1" fmla="*/ 58 h 93"/>
                <a:gd name="T2" fmla="*/ 95 w 95"/>
                <a:gd name="T3" fmla="*/ 52 h 93"/>
                <a:gd name="T4" fmla="*/ 95 w 95"/>
                <a:gd name="T5" fmla="*/ 42 h 93"/>
                <a:gd name="T6" fmla="*/ 82 w 95"/>
                <a:gd name="T7" fmla="*/ 36 h 93"/>
                <a:gd name="T8" fmla="*/ 79 w 95"/>
                <a:gd name="T9" fmla="*/ 31 h 93"/>
                <a:gd name="T10" fmla="*/ 84 w 95"/>
                <a:gd name="T11" fmla="*/ 18 h 93"/>
                <a:gd name="T12" fmla="*/ 77 w 95"/>
                <a:gd name="T13" fmla="*/ 10 h 93"/>
                <a:gd name="T14" fmla="*/ 64 w 95"/>
                <a:gd name="T15" fmla="*/ 16 h 93"/>
                <a:gd name="T16" fmla="*/ 58 w 95"/>
                <a:gd name="T17" fmla="*/ 13 h 93"/>
                <a:gd name="T18" fmla="*/ 52 w 95"/>
                <a:gd name="T19" fmla="*/ 0 h 93"/>
                <a:gd name="T20" fmla="*/ 42 w 95"/>
                <a:gd name="T21" fmla="*/ 0 h 93"/>
                <a:gd name="T22" fmla="*/ 36 w 95"/>
                <a:gd name="T23" fmla="*/ 13 h 93"/>
                <a:gd name="T24" fmla="*/ 31 w 95"/>
                <a:gd name="T25" fmla="*/ 16 h 93"/>
                <a:gd name="T26" fmla="*/ 17 w 95"/>
                <a:gd name="T27" fmla="*/ 11 h 93"/>
                <a:gd name="T28" fmla="*/ 10 w 95"/>
                <a:gd name="T29" fmla="*/ 18 h 93"/>
                <a:gd name="T30" fmla="*/ 15 w 95"/>
                <a:gd name="T31" fmla="*/ 31 h 93"/>
                <a:gd name="T32" fmla="*/ 13 w 95"/>
                <a:gd name="T33" fmla="*/ 36 h 93"/>
                <a:gd name="T34" fmla="*/ 0 w 95"/>
                <a:gd name="T35" fmla="*/ 42 h 93"/>
                <a:gd name="T36" fmla="*/ 0 w 95"/>
                <a:gd name="T37" fmla="*/ 52 h 93"/>
                <a:gd name="T38" fmla="*/ 13 w 95"/>
                <a:gd name="T39" fmla="*/ 58 h 93"/>
                <a:gd name="T40" fmla="*/ 15 w 95"/>
                <a:gd name="T41" fmla="*/ 63 h 93"/>
                <a:gd name="T42" fmla="*/ 10 w 95"/>
                <a:gd name="T43" fmla="*/ 76 h 93"/>
                <a:gd name="T44" fmla="*/ 18 w 95"/>
                <a:gd name="T45" fmla="*/ 84 h 93"/>
                <a:gd name="T46" fmla="*/ 31 w 95"/>
                <a:gd name="T47" fmla="*/ 78 h 93"/>
                <a:gd name="T48" fmla="*/ 37 w 95"/>
                <a:gd name="T49" fmla="*/ 81 h 93"/>
                <a:gd name="T50" fmla="*/ 42 w 95"/>
                <a:gd name="T51" fmla="*/ 93 h 93"/>
                <a:gd name="T52" fmla="*/ 53 w 95"/>
                <a:gd name="T53" fmla="*/ 93 h 93"/>
                <a:gd name="T54" fmla="*/ 58 w 95"/>
                <a:gd name="T55" fmla="*/ 81 h 93"/>
                <a:gd name="T56" fmla="*/ 64 w 95"/>
                <a:gd name="T57" fmla="*/ 78 h 93"/>
                <a:gd name="T58" fmla="*/ 77 w 95"/>
                <a:gd name="T59" fmla="*/ 83 h 93"/>
                <a:gd name="T60" fmla="*/ 85 w 95"/>
                <a:gd name="T61" fmla="*/ 76 h 93"/>
                <a:gd name="T62" fmla="*/ 79 w 95"/>
                <a:gd name="T63" fmla="*/ 63 h 93"/>
                <a:gd name="T64" fmla="*/ 82 w 95"/>
                <a:gd name="T65" fmla="*/ 58 h 93"/>
                <a:gd name="T66" fmla="*/ 47 w 95"/>
                <a:gd name="T67" fmla="*/ 62 h 93"/>
                <a:gd name="T68" fmla="*/ 32 w 95"/>
                <a:gd name="T69" fmla="*/ 47 h 93"/>
                <a:gd name="T70" fmla="*/ 47 w 95"/>
                <a:gd name="T71" fmla="*/ 32 h 93"/>
                <a:gd name="T72" fmla="*/ 63 w 95"/>
                <a:gd name="T73" fmla="*/ 47 h 93"/>
                <a:gd name="T74" fmla="*/ 47 w 95"/>
                <a:gd name="T75" fmla="*/ 6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8"/>
                  </a:moveTo>
                  <a:cubicBezTo>
                    <a:pt x="82" y="58"/>
                    <a:pt x="95" y="53"/>
                    <a:pt x="95" y="52"/>
                  </a:cubicBezTo>
                  <a:cubicBezTo>
                    <a:pt x="95" y="42"/>
                    <a:pt x="95" y="42"/>
                    <a:pt x="95" y="42"/>
                  </a:cubicBezTo>
                  <a:cubicBezTo>
                    <a:pt x="95" y="41"/>
                    <a:pt x="82" y="36"/>
                    <a:pt x="82" y="36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79" y="31"/>
                    <a:pt x="85" y="18"/>
                    <a:pt x="84" y="18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10"/>
                    <a:pt x="64" y="16"/>
                    <a:pt x="64" y="16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3" y="0"/>
                    <a:pt x="5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36" y="13"/>
                    <a:pt x="36" y="13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18" y="10"/>
                    <a:pt x="17" y="11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9" y="18"/>
                    <a:pt x="15" y="31"/>
                    <a:pt x="15" y="31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3"/>
                    <a:pt x="13" y="58"/>
                    <a:pt x="13" y="58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0" y="76"/>
                    <a:pt x="10" y="76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8" y="84"/>
                    <a:pt x="31" y="78"/>
                    <a:pt x="31" y="78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7" y="81"/>
                    <a:pt x="42" y="93"/>
                    <a:pt x="42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3" y="93"/>
                    <a:pt x="58" y="81"/>
                    <a:pt x="58" y="81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4"/>
                    <a:pt x="77" y="83"/>
                  </a:cubicBezTo>
                  <a:cubicBezTo>
                    <a:pt x="85" y="76"/>
                    <a:pt x="85" y="76"/>
                    <a:pt x="85" y="76"/>
                  </a:cubicBezTo>
                  <a:cubicBezTo>
                    <a:pt x="85" y="76"/>
                    <a:pt x="79" y="63"/>
                    <a:pt x="79" y="63"/>
                  </a:cubicBezTo>
                  <a:lnTo>
                    <a:pt x="82" y="58"/>
                  </a:lnTo>
                  <a:close/>
                  <a:moveTo>
                    <a:pt x="47" y="62"/>
                  </a:moveTo>
                  <a:cubicBezTo>
                    <a:pt x="39" y="62"/>
                    <a:pt x="32" y="55"/>
                    <a:pt x="32" y="47"/>
                  </a:cubicBezTo>
                  <a:cubicBezTo>
                    <a:pt x="32" y="39"/>
                    <a:pt x="39" y="32"/>
                    <a:pt x="47" y="32"/>
                  </a:cubicBezTo>
                  <a:cubicBezTo>
                    <a:pt x="56" y="32"/>
                    <a:pt x="63" y="39"/>
                    <a:pt x="63" y="47"/>
                  </a:cubicBezTo>
                  <a:cubicBezTo>
                    <a:pt x="63" y="55"/>
                    <a:pt x="56" y="62"/>
                    <a:pt x="47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Oval 51"/>
            <p:cNvSpPr>
              <a:spLocks noChangeArrowheads="1"/>
            </p:cNvSpPr>
            <p:nvPr/>
          </p:nvSpPr>
          <p:spPr bwMode="auto">
            <a:xfrm>
              <a:off x="3005138" y="4102100"/>
              <a:ext cx="49213" cy="47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1" name="矩形 40"/>
          <p:cNvSpPr/>
          <p:nvPr/>
        </p:nvSpPr>
        <p:spPr>
          <a:xfrm>
            <a:off x="354" y="228285"/>
            <a:ext cx="225016" cy="586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4" tIns="48217" rIns="96434" bIns="48217" rtlCol="0" anchor="ctr"/>
          <a:lstStyle/>
          <a:p>
            <a:pPr algn="ctr" defTabSz="963930"/>
            <a:endParaRPr lang="zh-CN" altLang="en-US" sz="1970">
              <a:solidFill>
                <a:srgbClr val="E7E6E6">
                  <a:lumMod val="50000"/>
                </a:srgb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92023" y="266575"/>
            <a:ext cx="30777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92023" y="635907"/>
            <a:ext cx="1995739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63930"/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ADD RELATED TITLE WORDS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6464" y="161571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www.1ppt.com/jiaoan/ 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论坛：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www.1ppt.cn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858395" cy="5809509"/>
          </a:xfrm>
          <a:prstGeom prst="rect">
            <a:avLst/>
          </a:prstGeom>
          <a:blipFill dpi="0" rotWithShape="1">
            <a:blip r:embed="rId1" cstate="email">
              <a:grayscl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20000" contrast="4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858750" cy="5809509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3328928"/>
            <a:ext cx="12858750" cy="2481216"/>
          </a:xfrm>
          <a:prstGeom prst="rect">
            <a:avLst/>
          </a:prstGeom>
          <a:solidFill>
            <a:schemeClr val="accent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3219450" y="3599920"/>
            <a:ext cx="64198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9600" b="1" cap="all" dirty="0" smtClean="0">
                <a:solidFill>
                  <a:schemeClr val="bg1"/>
                </a:solidFill>
                <a:cs typeface="Arial" panose="020B0604020202020204" pitchFamily="34" charset="0"/>
              </a:rPr>
              <a:t>THANKS</a:t>
            </a:r>
            <a:endParaRPr lang="zh-CN" altLang="en-US" sz="9600" b="1" cap="all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矩形 259"/>
          <p:cNvSpPr>
            <a:spLocks noChangeArrowheads="1"/>
          </p:cNvSpPr>
          <p:nvPr/>
        </p:nvSpPr>
        <p:spPr bwMode="auto">
          <a:xfrm>
            <a:off x="3219450" y="5005355"/>
            <a:ext cx="64198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2800" dirty="0">
                <a:solidFill>
                  <a:schemeClr val="bg1"/>
                </a:solidFill>
                <a:cs typeface="Arial" panose="020B0604020202020204" pitchFamily="34" charset="0"/>
              </a:rPr>
              <a:t>感谢聆听，批评指导</a:t>
            </a:r>
            <a:endParaRPr lang="zh-CN" alt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00"/>
    </mc:Choice>
    <mc:Fallback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  <p:bldP spid="3" grpId="0" bldLvl="0" animBg="1"/>
      <p:bldP spid="6" grpId="0"/>
      <p:bldP spid="6" grpId="1"/>
      <p:bldP spid="9" grpId="0"/>
      <p:bldP spid="9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76403" y="4679512"/>
            <a:ext cx="9078158" cy="1785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789" tIns="57394" rIns="114789" bIns="57394" rtlCol="0" anchor="ctr"/>
          <a:lstStyle/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模板下载：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www.1ppt.com/moban/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www.1ppt.com/hangye/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www.1ppt.com/jieri/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素材下载：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www.1ppt.com/sucai/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www.1ppt.com/beijing/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图表下载：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www.1ppt.com/tubiao/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www.1ppt.com/xiazai/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www.1ppt.com/powerpoint/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www.1ppt.com/word/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Excel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www.1ppt.com/excel/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www.1ppt.com/ziliao/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课件下载：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www.1ppt.com/kejian/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范文下载：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www.1ppt.com/fanwen/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试卷下载：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www.1ppt.com/shiti/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www.1ppt.com/jiaoan/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PPT</a:t>
            </a:r>
            <a:r>
              <a:rPr lang="zh-CN" altLang="en-US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论坛：      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www.1ppt.cn</a:t>
            </a:r>
            <a:r>
              <a:rPr lang="en-US" altLang="zh-CN" sz="14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zh-CN" altLang="en-US" sz="14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3162070"/>
            <a:ext cx="12858750" cy="144149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lIns="114789" tIns="57394" rIns="114789" bIns="57394" anchor="ctr"/>
          <a:lstStyle/>
          <a:p>
            <a:pPr defTabSz="1147445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rgbClr val="005397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4254" y="332398"/>
            <a:ext cx="10844491" cy="282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658567" y="3266553"/>
            <a:ext cx="5770810" cy="1707107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4789" tIns="57394" rIns="114789" bIns="57394"/>
          <a:lstStyle/>
          <a:p>
            <a:pPr defTabSz="1147445" fontAlgn="auto">
              <a:spcBef>
                <a:spcPct val="20000"/>
              </a:spcBef>
              <a:spcAft>
                <a:spcPts val="0"/>
              </a:spcAft>
              <a:buClr>
                <a:srgbClr val="5B8CC1"/>
              </a:buClr>
              <a:defRPr/>
            </a:pPr>
            <a:r>
              <a:rPr lang="zh-CN" altLang="en-US" sz="25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5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不限次数的用于您个人</a:t>
            </a:r>
            <a:r>
              <a:rPr lang="en-US" altLang="zh-CN" sz="15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公司、企业的商业演示。</a:t>
            </a:r>
            <a:endParaRPr lang="zh-CN" altLang="en-US" sz="15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  <a:endParaRPr lang="zh-CN" altLang="en-US" sz="15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29375" y="3266553"/>
            <a:ext cx="5770811" cy="1631165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14789" tIns="57394" rIns="114789" bIns="57394"/>
          <a:lstStyle/>
          <a:p>
            <a:pPr defTabSz="1147445" fontAlgn="auto">
              <a:spcBef>
                <a:spcPct val="20000"/>
              </a:spcBef>
              <a:spcAft>
                <a:spcPts val="0"/>
              </a:spcAft>
              <a:buClr>
                <a:srgbClr val="5B8CC1"/>
              </a:buClr>
              <a:defRPr/>
            </a:pPr>
            <a:r>
              <a:rPr lang="zh-CN" altLang="en-US" sz="25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用于任何形式的在线付费下载。</a:t>
            </a:r>
            <a:endParaRPr lang="zh-CN" altLang="en-US" sz="15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14744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5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收集整理我们发布的免费资源后，刻录光碟销售。</a:t>
            </a:r>
            <a:endParaRPr lang="zh-CN" altLang="en-GB" sz="15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10" descr="png-0644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100366" y="3266552"/>
            <a:ext cx="553641" cy="415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1" descr="png-0652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10172815" y="3266552"/>
            <a:ext cx="553641" cy="415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100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2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3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4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1"/>
</p:tagLst>
</file>

<file path=ppt/tags/tag5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2"/>
</p:tagLst>
</file>

<file path=ppt/tags/tag6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3"/>
</p:tagLst>
</file>

<file path=ppt/tags/tag7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4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1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12.xml><?xml version="1.0" encoding="utf-8"?>
<p:tagLst xmlns:p="http://schemas.openxmlformats.org/presentationml/2006/main">
  <p:tag name="MH" val="20160830110450"/>
  <p:tag name="MH_LIBRARY" val="CONTENTS"/>
  <p:tag name="MH_AUTOCOLOR" val="TRUE"/>
  <p:tag name="MH_TYPE" val="CONTENTS"/>
  <p:tag name="ID" val="547127"/>
</p:tagLst>
</file>

<file path=ppt/tags/tag13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14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15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16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1"/>
</p:tagLst>
</file>

<file path=ppt/tags/tag17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2"/>
</p:tagLst>
</file>

<file path=ppt/tags/tag18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3"/>
</p:tagLst>
</file>

<file path=ppt/tags/tag19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4"/>
</p:tagLst>
</file>

<file path=ppt/tags/tag20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2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22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2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24.xml><?xml version="1.0" encoding="utf-8"?>
<p:tagLst xmlns:p="http://schemas.openxmlformats.org/presentationml/2006/main">
  <p:tag name="MH" val="20160830110450"/>
  <p:tag name="MH_LIBRARY" val="CONTENTS"/>
  <p:tag name="MH_AUTOCOLOR" val="TRUE"/>
  <p:tag name="MH_TYPE" val="CONTENTS"/>
  <p:tag name="ID" val="547127"/>
</p:tagLst>
</file>

<file path=ppt/tags/tag25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26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27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28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1"/>
</p:tagLst>
</file>

<file path=ppt/tags/tag29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2"/>
</p:tagLst>
</file>

<file path=ppt/tags/tag30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3"/>
</p:tagLst>
</file>

<file path=ppt/tags/tag31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4"/>
</p:tagLst>
</file>

<file path=ppt/tags/tag32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3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3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3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36.xml><?xml version="1.0" encoding="utf-8"?>
<p:tagLst xmlns:p="http://schemas.openxmlformats.org/presentationml/2006/main">
  <p:tag name="MH" val="20160830110450"/>
  <p:tag name="MH_LIBRARY" val="CONTENTS"/>
  <p:tag name="MH_AUTOCOLOR" val="TRUE"/>
  <p:tag name="MH_TYPE" val="CONTENTS"/>
  <p:tag name="ID" val="547127"/>
</p:tagLst>
</file>

<file path=ppt/tags/tag37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38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39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40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1"/>
</p:tagLst>
</file>

<file path=ppt/tags/tag41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2"/>
</p:tagLst>
</file>

<file path=ppt/tags/tag42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3"/>
</p:tagLst>
</file>

<file path=ppt/tags/tag43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4"/>
</p:tagLst>
</file>

<file path=ppt/tags/tag4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4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4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4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48.xml><?xml version="1.0" encoding="utf-8"?>
<p:tagLst xmlns:p="http://schemas.openxmlformats.org/presentationml/2006/main">
  <p:tag name="MH" val="20160830110450"/>
  <p:tag name="MH_LIBRARY" val="CONTENTS"/>
  <p:tag name="MH_AUTOCOLOR" val="TRUE"/>
  <p:tag name="MH_TYPE" val="CONTENTS"/>
  <p:tag name="ID" val="547127"/>
</p:tagLst>
</file>

<file path=ppt/tags/tag49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50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51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52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1"/>
</p:tagLst>
</file>

<file path=ppt/tags/tag53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2"/>
</p:tagLst>
</file>

<file path=ppt/tags/tag54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3"/>
</p:tagLst>
</file>

<file path=ppt/tags/tag55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4"/>
</p:tagLst>
</file>

<file path=ppt/tags/tag5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5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5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5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60.xml><?xml version="1.0" encoding="utf-8"?>
<p:tagLst xmlns:p="http://schemas.openxmlformats.org/presentationml/2006/main">
  <p:tag name="MH" val="20160830110450"/>
  <p:tag name="MH_LIBRARY" val="CONTENTS"/>
  <p:tag name="MH_AUTOCOLOR" val="TRUE"/>
  <p:tag name="MH_TYPE" val="CONTENTS"/>
  <p:tag name="ID" val="547127"/>
</p:tagLst>
</file>

<file path=ppt/tags/tag61.xml><?xml version="1.0" encoding="utf-8"?>
<p:tagLst xmlns:p="http://schemas.openxmlformats.org/presentationml/2006/main">
  <p:tag name="TİMİNG" val="|1.6|1.7|1.5|1.5|1.4"/>
</p:tagLst>
</file>

<file path=ppt/tags/tag62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63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64.xml><?xml version="1.0" encoding="utf-8"?>
<p:tagLst xmlns:p="http://schemas.openxmlformats.org/presentationml/2006/main">
  <p:tag name="MH" val="20160830110450"/>
  <p:tag name="MH_LIBRARY" val="CONTENTS"/>
  <p:tag name="MH_TYPE" val="OTHERS"/>
  <p:tag name="ID" val="547127"/>
</p:tagLst>
</file>

<file path=ppt/tags/tag65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1"/>
</p:tagLst>
</file>

<file path=ppt/tags/tag66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2"/>
</p:tagLst>
</file>

<file path=ppt/tags/tag67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3"/>
</p:tagLst>
</file>

<file path=ppt/tags/tag68.xml><?xml version="1.0" encoding="utf-8"?>
<p:tagLst xmlns:p="http://schemas.openxmlformats.org/presentationml/2006/main">
  <p:tag name="MH" val="20160830110450"/>
  <p:tag name="MH_LIBRARY" val="CONTENTS"/>
  <p:tag name="MH_TYPE" val="NUMBER"/>
  <p:tag name="ID" val="547127"/>
  <p:tag name="MH_ORDER" val="4"/>
</p:tagLst>
</file>

<file path=ppt/tags/tag6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70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7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72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73.xml><?xml version="1.0" encoding="utf-8"?>
<p:tagLst xmlns:p="http://schemas.openxmlformats.org/presentationml/2006/main">
  <p:tag name="MH" val="20160830110450"/>
  <p:tag name="MH_LIBRARY" val="CONTENTS"/>
  <p:tag name="MH_AUTOCOLOR" val="TRUE"/>
  <p:tag name="MH_TYPE" val="CONTENTS"/>
  <p:tag name="ID" val="547127"/>
</p:tagLst>
</file>

<file path=ppt/theme/theme1.xml><?xml version="1.0" encoding="utf-8"?>
<a:theme xmlns:a="http://schemas.openxmlformats.org/drawingml/2006/main" name="第一PPT，www.1ppt.com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00000"/>
      </a:accent1>
      <a:accent2>
        <a:srgbClr val="000000"/>
      </a:accent2>
      <a:accent3>
        <a:srgbClr val="C00000"/>
      </a:accent3>
      <a:accent4>
        <a:srgbClr val="000000"/>
      </a:accent4>
      <a:accent5>
        <a:srgbClr val="C00000"/>
      </a:accent5>
      <a:accent6>
        <a:srgbClr val="000000"/>
      </a:accent6>
      <a:hlink>
        <a:srgbClr val="C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13504</Words>
  <Application>WPS 演示</Application>
  <PresentationFormat>自定义</PresentationFormat>
  <Paragraphs>739</Paragraphs>
  <Slides>33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69" baseType="lpstr">
      <vt:lpstr>Arial</vt:lpstr>
      <vt:lpstr>宋体</vt:lpstr>
      <vt:lpstr>Wingdings</vt:lpstr>
      <vt:lpstr>Calibri</vt:lpstr>
      <vt:lpstr>Calibri</vt:lpstr>
      <vt:lpstr>微软雅黑</vt:lpstr>
      <vt:lpstr>Agency FB</vt:lpstr>
      <vt:lpstr>Times New Roman</vt:lpstr>
      <vt:lpstr>Simply City Light</vt:lpstr>
      <vt:lpstr>SimSun-ExtB</vt:lpstr>
      <vt:lpstr>Helvetica</vt:lpstr>
      <vt:lpstr>Lato Regular</vt:lpstr>
      <vt:lpstr>Open Sans</vt:lpstr>
      <vt:lpstr>Open Sans</vt:lpstr>
      <vt:lpstr>Malgun Gothic</vt:lpstr>
      <vt:lpstr>Arial Unicode MS</vt:lpstr>
      <vt:lpstr>Calibri Light</vt:lpstr>
      <vt:lpstr>微软雅黑 Light</vt:lpstr>
      <vt:lpstr>Lato</vt:lpstr>
      <vt:lpstr>MS PGothic</vt:lpstr>
      <vt:lpstr>Arial</vt:lpstr>
      <vt:lpstr>Source Sans Pro Light</vt:lpstr>
      <vt:lpstr>Segoe Print</vt:lpstr>
      <vt:lpstr>黑体</vt:lpstr>
      <vt:lpstr>Broadway</vt:lpstr>
      <vt:lpstr>华文宋体</vt:lpstr>
      <vt:lpstr>华文细黑</vt:lpstr>
      <vt:lpstr>幼圆</vt:lpstr>
      <vt:lpstr>华文仿宋</vt:lpstr>
      <vt:lpstr>华文琥珀</vt:lpstr>
      <vt:lpstr>新宋体</vt:lpstr>
      <vt:lpstr>华文彩云</vt:lpstr>
      <vt:lpstr>仿宋</vt:lpstr>
      <vt:lpstr>华文隶书</vt:lpstr>
      <vt:lpstr>第一PPT，www.1ppt.com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黑红工作计划</dc:title>
  <dc:creator/>
  <cp:keywords>第一PPT模板网：www.1ppt.com</cp:keywords>
  <cp:lastModifiedBy>admin</cp:lastModifiedBy>
  <cp:revision>11</cp:revision>
  <dcterms:created xsi:type="dcterms:W3CDTF">2016-10-21T18:18:00Z</dcterms:created>
  <dcterms:modified xsi:type="dcterms:W3CDTF">2017-12-17T18:54:35Z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